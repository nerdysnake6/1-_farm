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65416a696944de" /><Relationship Type="http://schemas.openxmlformats.org/officeDocument/2006/relationships/extended-properties" Target="/docProps/app.xml" Id="Rf0e87317b01a4721" /><Relationship Type="http://schemas.openxmlformats.org/officeDocument/2006/relationships/officeDocument" Target="/ppt/presentation.xml" Id="R06897400480e4fb9" /></Relationships>
</file>

<file path=ppt/presentation.xml><?xml version="1.0" encoding="utf-8"?>
<p:presentation xmlns:p="http://schemas.openxmlformats.org/presentationml/2006/main">
  <p:sldMasterIdLst>
    <p:sldMasterId xmlns:r="http://schemas.openxmlformats.org/officeDocument/2006/relationships" id="2147483648" r:id="R36469d8a2fc345af"/>
  </p:sldMasterIdLst>
  <p:notesMasterIdLst>
    <p:notesMasterId xmlns:r="http://schemas.openxmlformats.org/officeDocument/2006/relationships" r:id="Re7d0f8665da54d2e"/>
  </p:notesMasterIdLst>
  <p:sldIdLst>
    <p:sldId xmlns:r="http://schemas.openxmlformats.org/officeDocument/2006/relationships" id="256" r:id="R241bd61fa46e46e3"/>
    <p:sldId xmlns:r="http://schemas.openxmlformats.org/officeDocument/2006/relationships" id="257" r:id="R6ef1549ad50d4efb"/>
    <p:sldId xmlns:r="http://schemas.openxmlformats.org/officeDocument/2006/relationships" id="258" r:id="R1723483be9a2447f"/>
    <p:sldId xmlns:r="http://schemas.openxmlformats.org/officeDocument/2006/relationships" id="259" r:id="R18e6878bd08d4031"/>
    <p:sldId xmlns:r="http://schemas.openxmlformats.org/officeDocument/2006/relationships" id="260" r:id="R8ba76e6ee2eb43c0"/>
    <p:sldId xmlns:r="http://schemas.openxmlformats.org/officeDocument/2006/relationships" id="261" r:id="Re1830f1a534144a9"/>
    <p:sldId xmlns:r="http://schemas.openxmlformats.org/officeDocument/2006/relationships" id="262" r:id="Rfcd6fe7e8f504b7a"/>
    <p:sldId xmlns:r="http://schemas.openxmlformats.org/officeDocument/2006/relationships" id="263" r:id="R49be5f763b384850"/>
    <p:sldId xmlns:r="http://schemas.openxmlformats.org/officeDocument/2006/relationships" id="264" r:id="Rc4b29e30362648e6"/>
    <p:sldId xmlns:r="http://schemas.openxmlformats.org/officeDocument/2006/relationships" id="265" r:id="R2c692a6e18b14c50"/>
    <p:sldId xmlns:r="http://schemas.openxmlformats.org/officeDocument/2006/relationships" id="266" r:id="Rde65cd82306d47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eca0d17f79412d" /><Relationship Type="http://schemas.openxmlformats.org/officeDocument/2006/relationships/slideMaster" Target="/ppt/slideMasters/slideMaster1.xml" Id="R36469d8a2fc345af" /><Relationship Type="http://schemas.openxmlformats.org/officeDocument/2006/relationships/notesMaster" Target="/ppt/notesMasters/notesMaster1.xml" Id="Re7d0f8665da54d2e" /><Relationship Type="http://schemas.openxmlformats.org/officeDocument/2006/relationships/presProps" Target="/ppt/presProps.xml" Id="R02f8756ec8944f0d" /><Relationship Type="http://schemas.openxmlformats.org/officeDocument/2006/relationships/tableStyles" Target="/ppt/tableStyles.xml" Id="Rdbbdc226eeb04147" /><Relationship Type="http://schemas.openxmlformats.org/officeDocument/2006/relationships/slide" Target="/ppt/slides/slide1.xml" Id="R241bd61fa46e46e3" /><Relationship Type="http://schemas.openxmlformats.org/officeDocument/2006/relationships/slide" Target="/ppt/slides/slide2.xml" Id="R6ef1549ad50d4efb" /><Relationship Type="http://schemas.openxmlformats.org/officeDocument/2006/relationships/slide" Target="/ppt/slides/slide3.xml" Id="R1723483be9a2447f" /><Relationship Type="http://schemas.openxmlformats.org/officeDocument/2006/relationships/slide" Target="/ppt/slides/slide4.xml" Id="R18e6878bd08d4031" /><Relationship Type="http://schemas.openxmlformats.org/officeDocument/2006/relationships/slide" Target="/ppt/slides/slide5.xml" Id="R8ba76e6ee2eb43c0" /><Relationship Type="http://schemas.openxmlformats.org/officeDocument/2006/relationships/slide" Target="/ppt/slides/slide6.xml" Id="Re1830f1a534144a9" /><Relationship Type="http://schemas.openxmlformats.org/officeDocument/2006/relationships/slide" Target="/ppt/slides/slide7.xml" Id="Rfcd6fe7e8f504b7a" /><Relationship Type="http://schemas.openxmlformats.org/officeDocument/2006/relationships/slide" Target="/ppt/slides/slide8.xml" Id="R49be5f763b384850" /><Relationship Type="http://schemas.openxmlformats.org/officeDocument/2006/relationships/slide" Target="/ppt/slides/slide9.xml" Id="Rc4b29e30362648e6" /><Relationship Type="http://schemas.openxmlformats.org/officeDocument/2006/relationships/slide" Target="/ppt/slides/slide10.xml" Id="R2c692a6e18b14c50" /><Relationship Type="http://schemas.openxmlformats.org/officeDocument/2006/relationships/slide" Target="/ppt/slides/slide11.xml" Id="Rde65cd82306d47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adeae20b164c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243e38472a4743" /><Relationship Type="http://schemas.openxmlformats.org/officeDocument/2006/relationships/notesMaster" Target="/ppt/notesMasters/notesMaster1.xml" Id="Re0b047fed7974d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68f7dd334f4bba" /><Relationship Type="http://schemas.openxmlformats.org/officeDocument/2006/relationships/notesMaster" Target="/ppt/notesMasters/notesMaster1.xml" Id="R516c1185752441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0def4a8a2a4b0e" /><Relationship Type="http://schemas.openxmlformats.org/officeDocument/2006/relationships/notesMaster" Target="/ppt/notesMasters/notesMaster1.xml" Id="Rda21ad6678c341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7ccb79c6c94137" /><Relationship Type="http://schemas.openxmlformats.org/officeDocument/2006/relationships/notesMaster" Target="/ppt/notesMasters/notesMaster1.xml" Id="Rdc43897e8cb343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fa283a8e9e4e35" /><Relationship Type="http://schemas.openxmlformats.org/officeDocument/2006/relationships/notesMaster" Target="/ppt/notesMasters/notesMaster1.xml" Id="R2f9a6f50820248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f2c5828e834677" /><Relationship Type="http://schemas.openxmlformats.org/officeDocument/2006/relationships/notesMaster" Target="/ppt/notesMasters/notesMaster1.xml" Id="R7f79171d625f4b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6e381fda4e4f30" /><Relationship Type="http://schemas.openxmlformats.org/officeDocument/2006/relationships/notesMaster" Target="/ppt/notesMasters/notesMaster1.xml" Id="Ra4219cc383b042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53484ba76344a6" /><Relationship Type="http://schemas.openxmlformats.org/officeDocument/2006/relationships/notesMaster" Target="/ppt/notesMasters/notesMaster1.xml" Id="Re17ddfaeabc242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aa948c2a764d24" /><Relationship Type="http://schemas.openxmlformats.org/officeDocument/2006/relationships/notesMaster" Target="/ppt/notesMasters/notesMaster1.xml" Id="Ra4035a4e2ca54d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a5a947d1574127" /><Relationship Type="http://schemas.openxmlformats.org/officeDocument/2006/relationships/notesMaster" Target="/ppt/notesMasters/notesMaster1.xml" Id="R50315675fbda45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5da52c52414ceb" /><Relationship Type="http://schemas.openxmlformats.org/officeDocument/2006/relationships/notesMaster" Target="/ppt/notesMasters/notesMaster1.xml" Id="R325b55cc6a3f4b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Представляю проект «Молочная ферма Луговая». Это конфигурация на платформе 1С для учёта готовой молочной продукции. Автор проекта Калинин Игорь Вячеславович. Далее покажу назначение системы, её устройство, интерфейс и доработку бронирования. Источник: configuration/Configuration.xml, версия 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 Система предназначена для сотрудников, которые принимают продукцию на склад и продают её покупателям. В примере используются молоко, творог и сметана. Для каждого товара хранится единица измерения и изображение. Количество и суммы рассчитываются по документам. Производство молока и учёт животных в текущий проект не входят. Источник: общая документация, разделы 1–2. Изображения assets/ созданы ImageGen для учебного проекта и не являются фотографиями реальной фермы.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0:40–1:05. Структура соответствует учебному заданию. Пять справочников содержат номенклатуру, покупателей, поставщиков, организации и склады. Документы Приход и Расход отражают движение продукции. Регистр сведений хранит цены по датам. В версии 1.2.0 добавлены документ Бронирование и регистр резервов. Команды распределены между двумя подсистемами, Покупкой и Продажей. Источник: configuration/, метаданные и модули.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1:05–1:30. На реальном снимке показан рабочий стол до добавления бронирования. Слева находятся документы, по центру продукция и цены, справа отчёты. Зелёный цвет выделяет основные действия, а светлый фон обозначает переходы к журналам. Фирменный стиль связан с тематикой фермы. Жёлтые системные панели определяет сама платформа 1С. Источник: assets/screenshots/Рабочий_стол.png, предоставлен пользователем. Снимок ранней версии.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1:30–2:00. На контрольном примере поступило 100 литров молока, 20 килограммов творога и 15 килограммов сметаны. После продажи 25, 5 и 3 единиц соответственно остаются 75, 15 и 12. Цены составляют 90, 360 и 280 рублей. Сумма продажи равна 4890 рублей. Повторное проведение документа заменяет движения и не должно удваивать результат. Источник: документация по тестированию, runtime-tests.txt, T01–T04 и T19.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2:00–2:25. Отчёт остатков позволяет сверить количество по складу, организации и продукции. Реальный снимок ранней версии показывает те же контрольные остатки. В актуальной версии рядом со складским количеством выводятся резерв и свободное количество. Второй отчёт показывает продажи за период и их сумму. Для уточнения результата доступны отборы. Источник: assets/screenshots/Остатки.png, снимок пользователя, configuration/Reports/. На снимке ещё нет новых колонок.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2:25–3:00. Новое требование проекта состоит в бронировании товара для покупателя. При проведении документа товар остаётся на складе, но становится недоступен для обычной продажи. Например, из 75 литров бронируем 20. Склад остаётся 75, резерв становится 20, свободно 55. Поэтому обычная продажа 56 литров отклоняется. Для резерва недостаточно просто записать документ, его необходимо провести. Источник: reservation-tests.txt, B01–B06. Таблица является контрольным примером, а не снимком интерфейса.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3:00–3:35. У одной брони два альтернативных результата. Команда «Продать по брони» создаёт Расход на весь резерв. На складе остаются 55 литров, резерв равен нулю. При отмене до продажи товар не уходит со склада и все 75 литров снова доступны. Если отменить уже выполненную продажу, товар сначала вернётся на склад и в резерв. Для полного освобождения затем отменяют саму бронь. Повторная продажа одной брони запрещена. Источник: B14, B17, B20, B23–B24.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3:35–4:00. Роли разделяют обязанности сотрудников. Покупка оформляет поступления и изменяет цены. Продажа оформляет реализацию и бронирование. Полные права получает администратор. Обе рабочие роли видят остатки. Проверки обязательных полей, цен и количества помогают отклонять некорректные документы. Источник: configuration/Roles/, role-Покупка.txt, role-Продажа.txt.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4:00–4:30. В шести исходных протоколах сохранены 83 успешные автоматические проверки. Сорок девять относятся к прежнему учёту, формам и правам. Двадцать восемь проверяют бронирование, ещё шесть новые обработчики форм. Сценарии повторены после восстановления базы из DT. Автоматический вызов обработчика не подтверждает щелчок мышью, поэтому удобство интерфейса и читаемость остаются предметом ручной проверки. Источник: шесть протоколов PASS, release-validation.json.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4:30–4:55. Результат проекта включает готовую базу, конфигурацию, исходники и отдельные документы. Реализован основной цикл работы с готовой продукцией и бронированием. Ограничения версии: бронь продаётся только целиком, автоматического срока действия пока нет. Учебная лицензия запрещает печать табличных документов. Следующие доработки могут включать партии, сроки годности и частичную продажу брони. Источник: общая документация, инструкция пользователя, platform-limitations.txt.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dbefb9c99248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97900575004b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1ca37e851f46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5ce4eaf56747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404b136ac04e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26c3284d8f49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7A2465-9874-498B-9C2E-C02823C85C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107C57-3530-44B4-B35F-9D524196CF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81078E-94F3-4CCF-8BDF-0EB6E71F24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C03FF6-0958-4926-AA10-9CCAEB389B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69AAA5-366E-4FC7-B198-D760083536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339B46-611F-48C4-B6DE-0F60BC8B57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D1CE7B-0C3F-4309-991B-6A633B3F42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6006AC2-9BF1-41C0-9FE9-B98560ACA2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E408D4-47F4-4489-9B1D-335FEC2081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690294-8155-459B-9CF1-E69C8105E5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3dd7791114d80" /><Relationship Type="http://schemas.openxmlformats.org/officeDocument/2006/relationships/slideLayout" Target="/ppt/slideLayouts/slideLayout1.xml" Id="R6e4b388f480b4a50" /><Relationship Type="http://schemas.openxmlformats.org/officeDocument/2006/relationships/slideLayout" Target="/ppt/slideLayouts/slideLayout2.xml" Id="R0912180b1f90407f" /><Relationship Type="http://schemas.openxmlformats.org/officeDocument/2006/relationships/slideLayout" Target="/ppt/slideLayouts/slideLayout3.xml" Id="R1f6e64de52bf465b" /><Relationship Type="http://schemas.openxmlformats.org/officeDocument/2006/relationships/slideLayout" Target="/ppt/slideLayouts/slideLayout4.xml" Id="Ree67fc95c14b46bc" /><Relationship Type="http://schemas.openxmlformats.org/officeDocument/2006/relationships/slideLayout" Target="/ppt/slideLayouts/slideLayout5.xml" Id="R47ab5d10e5b24be5" /><Relationship Type="http://schemas.openxmlformats.org/officeDocument/2006/relationships/slideLayout" Target="/ppt/slideLayouts/slideLayout6.xml" Id="Rd28b7abc073b48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4b388f480b4a50"/>
    <p:sldLayoutId xmlns:r="http://schemas.openxmlformats.org/officeDocument/2006/relationships" id="2147483650" r:id="R0912180b1f90407f"/>
    <p:sldLayoutId xmlns:r="http://schemas.openxmlformats.org/officeDocument/2006/relationships" id="2147483651" r:id="R1f6e64de52bf465b"/>
    <p:sldLayoutId xmlns:r="http://schemas.openxmlformats.org/officeDocument/2006/relationships" id="2147483652" r:id="Ree67fc95c14b46bc"/>
    <p:sldLayoutId xmlns:r="http://schemas.openxmlformats.org/officeDocument/2006/relationships" id="2147483653" r:id="R47ab5d10e5b24be5"/>
    <p:sldLayoutId xmlns:r="http://schemas.openxmlformats.org/officeDocument/2006/relationships" id="2147483654" r:id="Rd28b7abc073b48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36e3b57e6d4fe7" /><Relationship Type="http://schemas.openxmlformats.org/officeDocument/2006/relationships/image" Target="/ppt/media/image.png" Id="R2b9f7c2966214b94" /><Relationship Type="http://schemas.openxmlformats.org/officeDocument/2006/relationships/notesSlide" Target="/ppt/notesSlides/notesSlide1.xml" Id="R9dc6edec651c4e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13d476dbba427e" /><Relationship Type="http://schemas.openxmlformats.org/officeDocument/2006/relationships/image" Target="/ppt/media/image2.png" Id="R2da3267003ce4a20" /><Relationship Type="http://schemas.openxmlformats.org/officeDocument/2006/relationships/image" Target="/ppt/media/image3.png" Id="Rec1d9fd89cd7472a" /><Relationship Type="http://schemas.openxmlformats.org/officeDocument/2006/relationships/notesSlide" Target="/ppt/notesSlides/notesSlide2.xml" Id="Rf0a06059ba3543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2b7fd3584d8492b" /><Relationship Type="http://schemas.openxmlformats.org/officeDocument/2006/relationships/notesSlide" Target="/ppt/notesSlides/notesSlide3.xml" Id="R414f8dc9f3d646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883e14191245b3" /><Relationship Type="http://schemas.openxmlformats.org/officeDocument/2006/relationships/image" Target="/ppt/media/image4.png" Id="R09141ad9c4e8489c" /><Relationship Type="http://schemas.openxmlformats.org/officeDocument/2006/relationships/notesSlide" Target="/ppt/notesSlides/notesSlide4.xml" Id="Rb2592e426fd84b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8a09504c5c4b64" /><Relationship Type="http://schemas.openxmlformats.org/officeDocument/2006/relationships/notesSlide" Target="/ppt/notesSlides/notesSlide5.xml" Id="Rbaf1c5d1be6c4b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028eb3511f4c21" /><Relationship Type="http://schemas.openxmlformats.org/officeDocument/2006/relationships/image" Target="/ppt/media/image5.png" Id="R11b630b1caad420b" /><Relationship Type="http://schemas.openxmlformats.org/officeDocument/2006/relationships/notesSlide" Target="/ppt/notesSlides/notesSlide6.xml" Id="Rb680b9d8aeee49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42d725b607456b" /><Relationship Type="http://schemas.openxmlformats.org/officeDocument/2006/relationships/notesSlide" Target="/ppt/notesSlides/notesSlide7.xml" Id="R9a1d2188a20f4a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ecd87152edc4d2d" /><Relationship Type="http://schemas.openxmlformats.org/officeDocument/2006/relationships/notesSlide" Target="/ppt/notesSlides/notesSlide8.xml" Id="Rcb578d3ea2004b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3d0078f4ae4565" /><Relationship Type="http://schemas.openxmlformats.org/officeDocument/2006/relationships/notesSlide" Target="/ppt/notesSlides/notesSlide9.xml" Id="R692aeff7415046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3bbdb11da44a18" /><Relationship Type="http://schemas.openxmlformats.org/officeDocument/2006/relationships/notesSlide" Target="/ppt/notesSlides/notesSlide10.xml" Id="R19b382c2825d4a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e0ae883fe44e90" /><Relationship Type="http://schemas.openxmlformats.org/officeDocument/2006/relationships/notesSlide" Target="/ppt/notesSlides/notesSlide11.xml" Id="R21508e1d39ca4c81" /></Relationships>
</file>

<file path=ppt/slides/slide1.xml><?xml version="1.0" encoding="utf-8"?>
<p:sld xmlns:p="http://schemas.openxmlformats.org/presentationml/2006/main">
  <p:cSld>
    <p:bg>
      <p:bgPr>
        <a:solidFill xmlns:a="http://schemas.openxmlformats.org/drawingml/2006/main">
          <a:srgbClr val="2038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2E8945-A6AE-4688-8409-05E482EBB6AC}"/>
              </a:ext>
            </a:extLst>
          </p:cNvPr>
          <p:cNvSpPr>
            <a:spLocks xmlns:a="http://schemas.openxmlformats.org/drawingml/2006/main" noGrp="1"/>
          </p:cNvSpPr>
          <p:nvPr/>
        </p:nvSpPr>
        <p:spPr>
          <a:xfrm xmlns:a="http://schemas.openxmlformats.org/drawingml/2006/main">
            <a:off x="685800" y="5524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E6EFE7"/>
                </a:solidFill>
                <a:latin typeface="Arial"/>
                <a:ea typeface="Arial"/>
                <a:cs typeface="Arial"/>
              </a:defRPr>
            </a:defPPr>
            <a:lvl1pPr>
              <a:defRPr sz="1575" b="0">
                <a:solidFill>
                  <a:srgbClr val="E6EFE7"/>
                </a:solidFill>
                <a:latin typeface="Arial"/>
                <a:ea typeface="Arial"/>
                <a:cs typeface="Arial"/>
              </a:defRPr>
            </a:lvl1pPr>
            <a:lvl2pPr>
              <a:defRPr sz="1575" b="0">
                <a:solidFill>
                  <a:srgbClr val="E6EFE7"/>
                </a:solidFill>
                <a:latin typeface="Arial"/>
                <a:ea typeface="Arial"/>
                <a:cs typeface="Arial"/>
              </a:defRPr>
            </a:lvl2pPr>
            <a:lvl3pPr>
              <a:defRPr sz="1575" b="0">
                <a:solidFill>
                  <a:srgbClr val="E6EFE7"/>
                </a:solidFill>
                <a:latin typeface="Arial"/>
                <a:ea typeface="Arial"/>
                <a:cs typeface="Arial"/>
              </a:defRPr>
            </a:lvl3pPr>
            <a:lvl4pPr>
              <a:defRPr sz="1575" b="0">
                <a:solidFill>
                  <a:srgbClr val="E6EFE7"/>
                </a:solidFill>
                <a:latin typeface="Arial"/>
                <a:ea typeface="Arial"/>
                <a:cs typeface="Arial"/>
              </a:defRPr>
            </a:lvl4pPr>
            <a:lvl5pPr>
              <a:defRPr sz="1575" b="0">
                <a:solidFill>
                  <a:srgbClr val="E6EFE7"/>
                </a:solidFill>
                <a:latin typeface="Arial"/>
                <a:ea typeface="Arial"/>
                <a:cs typeface="Arial"/>
              </a:defRPr>
            </a:lvl5pPr>
            <a:lvl6pPr>
              <a:defRPr sz="1575" b="0">
                <a:solidFill>
                  <a:srgbClr val="E6EFE7"/>
                </a:solidFill>
                <a:latin typeface="Arial"/>
                <a:ea typeface="Arial"/>
                <a:cs typeface="Arial"/>
              </a:defRPr>
            </a:lvl6pPr>
            <a:lvl7pPr>
              <a:defRPr sz="1575" b="0">
                <a:solidFill>
                  <a:srgbClr val="E6EFE7"/>
                </a:solidFill>
                <a:latin typeface="Arial"/>
                <a:ea typeface="Arial"/>
                <a:cs typeface="Arial"/>
              </a:defRPr>
            </a:lvl7pPr>
            <a:lvl8pPr>
              <a:defRPr sz="1575" b="0">
                <a:solidFill>
                  <a:srgbClr val="E6EFE7"/>
                </a:solidFill>
                <a:latin typeface="Arial"/>
                <a:ea typeface="Arial"/>
                <a:cs typeface="Arial"/>
              </a:defRPr>
            </a:lvl8pPr>
            <a:lvl9pPr>
              <a:defRPr sz="1575" b="0">
                <a:solidFill>
                  <a:srgbClr val="E6EFE7"/>
                </a:solidFill>
                <a:latin typeface="Arial"/>
                <a:ea typeface="Arial"/>
                <a:cs typeface="Arial"/>
              </a:defRPr>
            </a:lvl9pPr>
          </a:lstStyle>
          <a:p xmlns:a="http://schemas.openxmlformats.org/drawingml/2006/main">
            <a:pPr>
              <a:defRPr sz="1575" b="0">
                <a:solidFill>
                  <a:srgbClr val="E6EFE7"/>
                </a:solidFill>
                <a:latin typeface="Arial"/>
                <a:ea typeface="Arial"/>
                <a:cs typeface="Arial"/>
              </a:defRPr>
            </a:pPr>
            <a:r>
              <a:rPr sz="1575" b="0">
                <a:solidFill>
                  <a:srgbClr val="E6EFE7"/>
                </a:solidFill>
                <a:latin typeface="Arial"/>
                <a:ea typeface="Arial"/>
                <a:cs typeface="Arial"/>
              </a:rPr>
              <a:t>ПРОЕКТ НА ПЛАТФОРМЕ 1С</a:t>
            </a:r>
          </a:p>
        </p:txBody>
      </p:sp>
      <p:sp>
        <p:nvSpPr>
          <p:cNvPr id="2" name="">
            <a:extLst xmlns:a="http://schemas.openxmlformats.org/drawingml/2006/main">
              <a:ext uri="{FF2B5EF4-FFF2-40B4-BE49-F238E27FC236}">
                <a16:creationId xmlns:a16="http://schemas.microsoft.com/office/drawing/2014/main" id="{28220D7D-36FF-4AEF-B176-7F1D3323AF9D}"/>
              </a:ext>
            </a:extLst>
          </p:cNvPr>
          <p:cNvSpPr>
            <a:spLocks xmlns:a="http://schemas.openxmlformats.org/drawingml/2006/main" noGrp="1"/>
          </p:cNvSpPr>
          <p:nvPr/>
        </p:nvSpPr>
        <p:spPr>
          <a:xfrm xmlns:a="http://schemas.openxmlformats.org/drawingml/2006/main">
            <a:off x="685800" y="1619250"/>
            <a:ext cx="704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FFFFFF"/>
                </a:solidFill>
                <a:latin typeface="Arial"/>
                <a:ea typeface="Arial"/>
                <a:cs typeface="Arial"/>
              </a:defRPr>
            </a:defPPr>
            <a:lvl1pPr>
              <a:defRPr sz="4875" b="1">
                <a:solidFill>
                  <a:srgbClr val="FFFFFF"/>
                </a:solidFill>
                <a:latin typeface="Arial"/>
                <a:ea typeface="Arial"/>
                <a:cs typeface="Arial"/>
              </a:defRPr>
            </a:lvl1pPr>
            <a:lvl2pPr>
              <a:defRPr sz="4875" b="1">
                <a:solidFill>
                  <a:srgbClr val="FFFFFF"/>
                </a:solidFill>
                <a:latin typeface="Arial"/>
                <a:ea typeface="Arial"/>
                <a:cs typeface="Arial"/>
              </a:defRPr>
            </a:lvl2pPr>
            <a:lvl3pPr>
              <a:defRPr sz="4875" b="1">
                <a:solidFill>
                  <a:srgbClr val="FFFFFF"/>
                </a:solidFill>
                <a:latin typeface="Arial"/>
                <a:ea typeface="Arial"/>
                <a:cs typeface="Arial"/>
              </a:defRPr>
            </a:lvl3pPr>
            <a:lvl4pPr>
              <a:defRPr sz="4875" b="1">
                <a:solidFill>
                  <a:srgbClr val="FFFFFF"/>
                </a:solidFill>
                <a:latin typeface="Arial"/>
                <a:ea typeface="Arial"/>
                <a:cs typeface="Arial"/>
              </a:defRPr>
            </a:lvl4pPr>
            <a:lvl5pPr>
              <a:defRPr sz="4875" b="1">
                <a:solidFill>
                  <a:srgbClr val="FFFFFF"/>
                </a:solidFill>
                <a:latin typeface="Arial"/>
                <a:ea typeface="Arial"/>
                <a:cs typeface="Arial"/>
              </a:defRPr>
            </a:lvl5pPr>
            <a:lvl6pPr>
              <a:defRPr sz="4875" b="1">
                <a:solidFill>
                  <a:srgbClr val="FFFFFF"/>
                </a:solidFill>
                <a:latin typeface="Arial"/>
                <a:ea typeface="Arial"/>
                <a:cs typeface="Arial"/>
              </a:defRPr>
            </a:lvl6pPr>
            <a:lvl7pPr>
              <a:defRPr sz="4875" b="1">
                <a:solidFill>
                  <a:srgbClr val="FFFFFF"/>
                </a:solidFill>
                <a:latin typeface="Arial"/>
                <a:ea typeface="Arial"/>
                <a:cs typeface="Arial"/>
              </a:defRPr>
            </a:lvl7pPr>
            <a:lvl8pPr>
              <a:defRPr sz="4875" b="1">
                <a:solidFill>
                  <a:srgbClr val="FFFFFF"/>
                </a:solidFill>
                <a:latin typeface="Arial"/>
                <a:ea typeface="Arial"/>
                <a:cs typeface="Arial"/>
              </a:defRPr>
            </a:lvl8pPr>
            <a:lvl9pPr>
              <a:defRPr sz="4875" b="1">
                <a:solidFill>
                  <a:srgbClr val="FFFFFF"/>
                </a:solidFill>
                <a:latin typeface="Arial"/>
                <a:ea typeface="Arial"/>
                <a:cs typeface="Arial"/>
              </a:defRPr>
            </a:lvl9pPr>
          </a:lstStyle>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Молочная ферма</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Луговая</a:t>
            </a:r>
          </a:p>
        </p:txBody>
      </p:sp>
      <p:sp>
        <p:nvSpPr>
          <p:cNvPr id="3" name="">
            <a:extLst xmlns:a="http://schemas.openxmlformats.org/drawingml/2006/main">
              <a:ext uri="{FF2B5EF4-FFF2-40B4-BE49-F238E27FC236}">
                <a16:creationId xmlns:a16="http://schemas.microsoft.com/office/drawing/2014/main" id="{A4FB66CD-472A-45CA-958F-71F9170C51D0}"/>
              </a:ext>
            </a:extLst>
          </p:cNvPr>
          <p:cNvSpPr>
            <a:spLocks xmlns:a="http://schemas.openxmlformats.org/drawingml/2006/main" noGrp="1"/>
          </p:cNvSpPr>
          <p:nvPr/>
        </p:nvSpPr>
        <p:spPr>
          <a:xfrm xmlns:a="http://schemas.openxmlformats.org/drawingml/2006/main">
            <a:off x="723900" y="371475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6EFE7"/>
                </a:solidFill>
                <a:latin typeface="Arial"/>
                <a:ea typeface="Arial"/>
                <a:cs typeface="Arial"/>
              </a:defRPr>
            </a:defPPr>
            <a:lvl1pPr>
              <a:defRPr sz="2325" b="0">
                <a:solidFill>
                  <a:srgbClr val="E6EFE7"/>
                </a:solidFill>
                <a:latin typeface="Arial"/>
                <a:ea typeface="Arial"/>
                <a:cs typeface="Arial"/>
              </a:defRPr>
            </a:lvl1pPr>
            <a:lvl2pPr>
              <a:defRPr sz="2325" b="0">
                <a:solidFill>
                  <a:srgbClr val="E6EFE7"/>
                </a:solidFill>
                <a:latin typeface="Arial"/>
                <a:ea typeface="Arial"/>
                <a:cs typeface="Arial"/>
              </a:defRPr>
            </a:lvl2pPr>
            <a:lvl3pPr>
              <a:defRPr sz="2325" b="0">
                <a:solidFill>
                  <a:srgbClr val="E6EFE7"/>
                </a:solidFill>
                <a:latin typeface="Arial"/>
                <a:ea typeface="Arial"/>
                <a:cs typeface="Arial"/>
              </a:defRPr>
            </a:lvl3pPr>
            <a:lvl4pPr>
              <a:defRPr sz="2325" b="0">
                <a:solidFill>
                  <a:srgbClr val="E6EFE7"/>
                </a:solidFill>
                <a:latin typeface="Arial"/>
                <a:ea typeface="Arial"/>
                <a:cs typeface="Arial"/>
              </a:defRPr>
            </a:lvl4pPr>
            <a:lvl5pPr>
              <a:defRPr sz="2325" b="0">
                <a:solidFill>
                  <a:srgbClr val="E6EFE7"/>
                </a:solidFill>
                <a:latin typeface="Arial"/>
                <a:ea typeface="Arial"/>
                <a:cs typeface="Arial"/>
              </a:defRPr>
            </a:lvl5pPr>
            <a:lvl6pPr>
              <a:defRPr sz="2325" b="0">
                <a:solidFill>
                  <a:srgbClr val="E6EFE7"/>
                </a:solidFill>
                <a:latin typeface="Arial"/>
                <a:ea typeface="Arial"/>
                <a:cs typeface="Arial"/>
              </a:defRPr>
            </a:lvl6pPr>
            <a:lvl7pPr>
              <a:defRPr sz="2325" b="0">
                <a:solidFill>
                  <a:srgbClr val="E6EFE7"/>
                </a:solidFill>
                <a:latin typeface="Arial"/>
                <a:ea typeface="Arial"/>
                <a:cs typeface="Arial"/>
              </a:defRPr>
            </a:lvl7pPr>
            <a:lvl8pPr>
              <a:defRPr sz="2325" b="0">
                <a:solidFill>
                  <a:srgbClr val="E6EFE7"/>
                </a:solidFill>
                <a:latin typeface="Arial"/>
                <a:ea typeface="Arial"/>
                <a:cs typeface="Arial"/>
              </a:defRPr>
            </a:lvl8pPr>
            <a:lvl9pPr>
              <a:defRPr sz="2325" b="0">
                <a:solidFill>
                  <a:srgbClr val="E6EFE7"/>
                </a:solidFill>
                <a:latin typeface="Arial"/>
                <a:ea typeface="Arial"/>
                <a:cs typeface="Arial"/>
              </a:defRPr>
            </a:lvl9pPr>
          </a:lstStyle>
          <a:p xmlns:a="http://schemas.openxmlformats.org/drawingml/2006/main">
            <a:pPr>
              <a:defRPr sz="2325" b="0">
                <a:solidFill>
                  <a:srgbClr val="E6EFE7"/>
                </a:solidFill>
                <a:latin typeface="Arial"/>
                <a:ea typeface="Arial"/>
                <a:cs typeface="Arial"/>
              </a:defRPr>
            </a:pPr>
            <a:r>
              <a:rPr sz="2325" b="0">
                <a:solidFill>
                  <a:srgbClr val="E6EFE7"/>
                </a:solidFill>
                <a:latin typeface="Arial"/>
                <a:ea typeface="Arial"/>
                <a:cs typeface="Arial"/>
              </a:rPr>
              <a:t>Учёт готовой молочной продукции</a:t>
            </a:r>
          </a:p>
          <a:p xmlns:a="http://schemas.openxmlformats.org/drawingml/2006/main">
            <a:pPr>
              <a:defRPr sz="2325" b="0">
                <a:solidFill>
                  <a:srgbClr val="E6EFE7"/>
                </a:solidFill>
                <a:latin typeface="Arial"/>
                <a:ea typeface="Arial"/>
                <a:cs typeface="Arial"/>
              </a:defRPr>
            </a:pPr>
            <a:r>
              <a:rPr sz="2325" b="0">
                <a:solidFill>
                  <a:srgbClr val="E6EFE7"/>
                </a:solidFill>
                <a:latin typeface="Arial"/>
                <a:ea typeface="Arial"/>
                <a:cs typeface="Arial"/>
              </a:rPr>
              <a:t>и бронирование для покупателей</a:t>
            </a:r>
          </a:p>
        </p:txBody>
      </p:sp>
      <p:sp>
        <p:nvSpPr>
          <p:cNvPr id="4" name="">
            <a:extLst xmlns:a="http://schemas.openxmlformats.org/drawingml/2006/main">
              <a:ext uri="{FF2B5EF4-FFF2-40B4-BE49-F238E27FC236}">
                <a16:creationId xmlns:a16="http://schemas.microsoft.com/office/drawing/2014/main" id="{A89DD616-2CF7-470E-93DC-931C554204F3}"/>
              </a:ext>
            </a:extLst>
          </p:cNvPr>
          <p:cNvSpPr>
            <a:spLocks xmlns:a="http://schemas.openxmlformats.org/drawingml/2006/main" noGrp="1"/>
          </p:cNvSpPr>
          <p:nvPr/>
        </p:nvSpPr>
        <p:spPr>
          <a:xfrm xmlns:a="http://schemas.openxmlformats.org/drawingml/2006/main">
            <a:off x="723900" y="538162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Калинин Игорь Вячеславович</a:t>
            </a:r>
          </a:p>
        </p:txBody>
      </p:sp>
      <p:sp>
        <p:nvSpPr>
          <p:cNvPr id="5" name="">
            <a:extLst xmlns:a="http://schemas.openxmlformats.org/drawingml/2006/main">
              <a:ext uri="{FF2B5EF4-FFF2-40B4-BE49-F238E27FC236}">
                <a16:creationId xmlns:a16="http://schemas.microsoft.com/office/drawing/2014/main" id="{D1756A54-801D-4BD6-A26B-94746413576A}"/>
              </a:ext>
            </a:extLst>
          </p:cNvPr>
          <p:cNvSpPr>
            <a:spLocks xmlns:a="http://schemas.openxmlformats.org/drawingml/2006/main" noGrp="1"/>
          </p:cNvSpPr>
          <p:nvPr/>
        </p:nvSpPr>
        <p:spPr>
          <a:xfrm xmlns:a="http://schemas.openxmlformats.org/drawingml/2006/main">
            <a:off x="723900" y="595312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E6EFE7"/>
                </a:solidFill>
                <a:latin typeface="Arial"/>
                <a:ea typeface="Arial"/>
                <a:cs typeface="Arial"/>
              </a:defRPr>
            </a:defPPr>
            <a:lvl1pPr>
              <a:defRPr sz="1575" b="0">
                <a:solidFill>
                  <a:srgbClr val="E6EFE7"/>
                </a:solidFill>
                <a:latin typeface="Arial"/>
                <a:ea typeface="Arial"/>
                <a:cs typeface="Arial"/>
              </a:defRPr>
            </a:lvl1pPr>
            <a:lvl2pPr>
              <a:defRPr sz="1575" b="0">
                <a:solidFill>
                  <a:srgbClr val="E6EFE7"/>
                </a:solidFill>
                <a:latin typeface="Arial"/>
                <a:ea typeface="Arial"/>
                <a:cs typeface="Arial"/>
              </a:defRPr>
            </a:lvl2pPr>
            <a:lvl3pPr>
              <a:defRPr sz="1575" b="0">
                <a:solidFill>
                  <a:srgbClr val="E6EFE7"/>
                </a:solidFill>
                <a:latin typeface="Arial"/>
                <a:ea typeface="Arial"/>
                <a:cs typeface="Arial"/>
              </a:defRPr>
            </a:lvl3pPr>
            <a:lvl4pPr>
              <a:defRPr sz="1575" b="0">
                <a:solidFill>
                  <a:srgbClr val="E6EFE7"/>
                </a:solidFill>
                <a:latin typeface="Arial"/>
                <a:ea typeface="Arial"/>
                <a:cs typeface="Arial"/>
              </a:defRPr>
            </a:lvl4pPr>
            <a:lvl5pPr>
              <a:defRPr sz="1575" b="0">
                <a:solidFill>
                  <a:srgbClr val="E6EFE7"/>
                </a:solidFill>
                <a:latin typeface="Arial"/>
                <a:ea typeface="Arial"/>
                <a:cs typeface="Arial"/>
              </a:defRPr>
            </a:lvl5pPr>
            <a:lvl6pPr>
              <a:defRPr sz="1575" b="0">
                <a:solidFill>
                  <a:srgbClr val="E6EFE7"/>
                </a:solidFill>
                <a:latin typeface="Arial"/>
                <a:ea typeface="Arial"/>
                <a:cs typeface="Arial"/>
              </a:defRPr>
            </a:lvl6pPr>
            <a:lvl7pPr>
              <a:defRPr sz="1575" b="0">
                <a:solidFill>
                  <a:srgbClr val="E6EFE7"/>
                </a:solidFill>
                <a:latin typeface="Arial"/>
                <a:ea typeface="Arial"/>
                <a:cs typeface="Arial"/>
              </a:defRPr>
            </a:lvl7pPr>
            <a:lvl8pPr>
              <a:defRPr sz="1575" b="0">
                <a:solidFill>
                  <a:srgbClr val="E6EFE7"/>
                </a:solidFill>
                <a:latin typeface="Arial"/>
                <a:ea typeface="Arial"/>
                <a:cs typeface="Arial"/>
              </a:defRPr>
            </a:lvl8pPr>
            <a:lvl9pPr>
              <a:defRPr sz="1575" b="0">
                <a:solidFill>
                  <a:srgbClr val="E6EFE7"/>
                </a:solidFill>
                <a:latin typeface="Arial"/>
                <a:ea typeface="Arial"/>
                <a:cs typeface="Arial"/>
              </a:defRPr>
            </a:lvl9pPr>
          </a:lstStyle>
          <a:p xmlns:a="http://schemas.openxmlformats.org/drawingml/2006/main">
            <a:pPr>
              <a:defRPr sz="1575" b="0">
                <a:solidFill>
                  <a:srgbClr val="E6EFE7"/>
                </a:solidFill>
                <a:latin typeface="Arial"/>
                <a:ea typeface="Arial"/>
                <a:cs typeface="Arial"/>
              </a:defRPr>
            </a:pPr>
            <a:r>
              <a:rPr sz="1575" b="0">
                <a:solidFill>
                  <a:srgbClr val="E6EFE7"/>
                </a:solidFill>
                <a:latin typeface="Arial"/>
                <a:ea typeface="Arial"/>
                <a:cs typeface="Arial"/>
              </a:rPr>
              <a:t>Версия 1.2.0     2026</a:t>
            </a:r>
          </a:p>
        </p:txBody>
      </p:sp>
      <p:pic>
        <p:nvPicPr>
          <p:cNvPr id="6" name="">
            <a:extLst xmlns:a="http://schemas.openxmlformats.org/drawingml/2006/main">
              <a:ext uri="{FF2B5EF4-FFF2-40B4-BE49-F238E27FC236}">
                <a16:creationId xmlns:a16="http://schemas.microsoft.com/office/drawing/2014/main" id="{83840DF4-0081-4249-A630-E79989BA00BE}"/>
              </a:ext>
            </a:extLst>
          </p:cNvPr>
          <p:cNvPicPr>
            <a:picLocks xmlns:a="http://schemas.openxmlformats.org/drawingml/2006/main" noChangeAspect="1"/>
          </p:cNvPicPr>
          <p:nvPr/>
        </p:nvPicPr>
        <p:blipFill>
          <a:blip xmlns:r="http://schemas.openxmlformats.org/officeDocument/2006/relationships" xmlns:a="http://schemas.openxmlformats.org/drawingml/2006/main" r:embed="R2b9f7c2966214b94"/>
          <a:stretch xmlns:a="http://schemas.openxmlformats.org/drawingml/2006/main"/>
        </p:blipFill>
        <p:spPr>
          <a:xfrm xmlns:a="http://schemas.openxmlformats.org/drawingml/2006/main">
            <a:off x="8143875" y="1643063"/>
            <a:ext cx="3333750" cy="3333750"/>
          </a:xfrm>
          <a:prstGeom xmlns:a="http://schemas.openxmlformats.org/drawingml/2006/main" prst="rect">
            <a:avLst/>
          </a:prstGeom>
        </p:spPr>
      </p:pic>
    </p:spTree>
    <p:extLst>
      <p:ext uri="{BB962C8B-B14F-4D97-AF65-F5344CB8AC3E}">
        <p14:creationId xmlns:p14="http://schemas.microsoft.com/office/powerpoint/2010/main" val="2045703915"/>
      </p:ext>
    </p:extLst>
  </p:cSld>
</p:sld>
</file>

<file path=ppt/slides/slide2.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12C990-CB64-48A9-B558-9D6D0DE9ACE3}"/>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Назначение системы</a:t>
            </a:r>
          </a:p>
        </p:txBody>
      </p:sp>
      <p:sp>
        <p:nvSpPr>
          <p:cNvPr id="2" name="">
            <a:extLst xmlns:a="http://schemas.openxmlformats.org/drawingml/2006/main">
              <a:ext uri="{FF2B5EF4-FFF2-40B4-BE49-F238E27FC236}">
                <a16:creationId xmlns:a16="http://schemas.microsoft.com/office/drawing/2014/main" id="{9DAB4AC0-9E2E-42DC-BC0F-73CCE79C822C}"/>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D6E91ADE-6C53-4728-B07A-14BD66FBB91D}"/>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2 / 11</a:t>
            </a:r>
          </a:p>
        </p:txBody>
      </p:sp>
      <p:sp>
        <p:nvSpPr>
          <p:cNvPr id="4" name="">
            <a:extLst xmlns:a="http://schemas.openxmlformats.org/drawingml/2006/main">
              <a:ext uri="{FF2B5EF4-FFF2-40B4-BE49-F238E27FC236}">
                <a16:creationId xmlns:a16="http://schemas.microsoft.com/office/drawing/2014/main" id="{C2D28AF1-69E8-47D0-833C-DB5BB4FB15B8}"/>
              </a:ext>
            </a:extLst>
          </p:cNvPr>
          <p:cNvSpPr>
            <a:spLocks xmlns:a="http://schemas.openxmlformats.org/drawingml/2006/main" noGrp="1"/>
          </p:cNvSpPr>
          <p:nvPr/>
        </p:nvSpPr>
        <p:spPr>
          <a:xfrm xmlns:a="http://schemas.openxmlformats.org/drawingml/2006/main">
            <a:off x="714375" y="1666875"/>
            <a:ext cx="590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F6B4F"/>
                </a:solidFill>
                <a:latin typeface="Arial"/>
                <a:ea typeface="Arial"/>
                <a:cs typeface="Arial"/>
              </a:defRPr>
            </a:defPPr>
            <a:lvl1pPr>
              <a:defRPr sz="3225" b="1">
                <a:solidFill>
                  <a:srgbClr val="2F6B4F"/>
                </a:solidFill>
                <a:latin typeface="Arial"/>
                <a:ea typeface="Arial"/>
                <a:cs typeface="Arial"/>
              </a:defRPr>
            </a:lvl1pPr>
            <a:lvl2pPr>
              <a:defRPr sz="3225" b="1">
                <a:solidFill>
                  <a:srgbClr val="2F6B4F"/>
                </a:solidFill>
                <a:latin typeface="Arial"/>
                <a:ea typeface="Arial"/>
                <a:cs typeface="Arial"/>
              </a:defRPr>
            </a:lvl2pPr>
            <a:lvl3pPr>
              <a:defRPr sz="3225" b="1">
                <a:solidFill>
                  <a:srgbClr val="2F6B4F"/>
                </a:solidFill>
                <a:latin typeface="Arial"/>
                <a:ea typeface="Arial"/>
                <a:cs typeface="Arial"/>
              </a:defRPr>
            </a:lvl3pPr>
            <a:lvl4pPr>
              <a:defRPr sz="3225" b="1">
                <a:solidFill>
                  <a:srgbClr val="2F6B4F"/>
                </a:solidFill>
                <a:latin typeface="Arial"/>
                <a:ea typeface="Arial"/>
                <a:cs typeface="Arial"/>
              </a:defRPr>
            </a:lvl4pPr>
            <a:lvl5pPr>
              <a:defRPr sz="3225" b="1">
                <a:solidFill>
                  <a:srgbClr val="2F6B4F"/>
                </a:solidFill>
                <a:latin typeface="Arial"/>
                <a:ea typeface="Arial"/>
                <a:cs typeface="Arial"/>
              </a:defRPr>
            </a:lvl5pPr>
            <a:lvl6pPr>
              <a:defRPr sz="3225" b="1">
                <a:solidFill>
                  <a:srgbClr val="2F6B4F"/>
                </a:solidFill>
                <a:latin typeface="Arial"/>
                <a:ea typeface="Arial"/>
                <a:cs typeface="Arial"/>
              </a:defRPr>
            </a:lvl6pPr>
            <a:lvl7pPr>
              <a:defRPr sz="3225" b="1">
                <a:solidFill>
                  <a:srgbClr val="2F6B4F"/>
                </a:solidFill>
                <a:latin typeface="Arial"/>
                <a:ea typeface="Arial"/>
                <a:cs typeface="Arial"/>
              </a:defRPr>
            </a:lvl7pPr>
            <a:lvl8pPr>
              <a:defRPr sz="3225" b="1">
                <a:solidFill>
                  <a:srgbClr val="2F6B4F"/>
                </a:solidFill>
                <a:latin typeface="Arial"/>
                <a:ea typeface="Arial"/>
                <a:cs typeface="Arial"/>
              </a:defRPr>
            </a:lvl8pPr>
            <a:lvl9pPr>
              <a:defRPr sz="3225" b="1">
                <a:solidFill>
                  <a:srgbClr val="2F6B4F"/>
                </a:solidFill>
                <a:latin typeface="Arial"/>
                <a:ea typeface="Arial"/>
                <a:cs typeface="Arial"/>
              </a:defRPr>
            </a:lvl9pPr>
          </a:lstStyle>
          <a:p xmlns:a="http://schemas.openxmlformats.org/drawingml/2006/main">
            <a:pPr>
              <a:defRPr sz="3225" b="1">
                <a:solidFill>
                  <a:srgbClr val="2F6B4F"/>
                </a:solidFill>
                <a:latin typeface="Arial"/>
                <a:ea typeface="Arial"/>
                <a:cs typeface="Arial"/>
              </a:defRPr>
            </a:pPr>
            <a:r>
              <a:rPr sz="3225" b="1">
                <a:solidFill>
                  <a:srgbClr val="2F6B4F"/>
                </a:solidFill>
                <a:latin typeface="Arial"/>
                <a:ea typeface="Arial"/>
                <a:cs typeface="Arial"/>
              </a:rPr>
              <a:t>Поступления и продажи в одной базе</a:t>
            </a:r>
          </a:p>
        </p:txBody>
      </p:sp>
      <p:sp>
        <p:nvSpPr>
          <p:cNvPr id="5" name="">
            <a:extLst xmlns:a="http://schemas.openxmlformats.org/drawingml/2006/main">
              <a:ext uri="{FF2B5EF4-FFF2-40B4-BE49-F238E27FC236}">
                <a16:creationId xmlns:a16="http://schemas.microsoft.com/office/drawing/2014/main" id="{A709E175-6434-4AC9-AB6E-7C9C1DDFFAFE}"/>
              </a:ext>
            </a:extLst>
          </p:cNvPr>
          <p:cNvSpPr>
            <a:spLocks xmlns:a="http://schemas.openxmlformats.org/drawingml/2006/main" noGrp="1"/>
          </p:cNvSpPr>
          <p:nvPr/>
        </p:nvSpPr>
        <p:spPr>
          <a:xfrm xmlns:a="http://schemas.openxmlformats.org/drawingml/2006/main">
            <a:off x="714375" y="3048000"/>
            <a:ext cx="5857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82C"/>
                </a:solidFill>
                <a:latin typeface="Arial"/>
                <a:ea typeface="Arial"/>
                <a:cs typeface="Arial"/>
              </a:defRPr>
            </a:defPPr>
            <a:lvl1pPr>
              <a:defRPr sz="2250" b="0">
                <a:solidFill>
                  <a:srgbClr val="20382C"/>
                </a:solidFill>
                <a:latin typeface="Arial"/>
                <a:ea typeface="Arial"/>
                <a:cs typeface="Arial"/>
              </a:defRPr>
            </a:lvl1pPr>
            <a:lvl2pPr>
              <a:defRPr sz="2250" b="0">
                <a:solidFill>
                  <a:srgbClr val="20382C"/>
                </a:solidFill>
                <a:latin typeface="Arial"/>
                <a:ea typeface="Arial"/>
                <a:cs typeface="Arial"/>
              </a:defRPr>
            </a:lvl2pPr>
            <a:lvl3pPr>
              <a:defRPr sz="2250" b="0">
                <a:solidFill>
                  <a:srgbClr val="20382C"/>
                </a:solidFill>
                <a:latin typeface="Arial"/>
                <a:ea typeface="Arial"/>
                <a:cs typeface="Arial"/>
              </a:defRPr>
            </a:lvl3pPr>
            <a:lvl4pPr>
              <a:defRPr sz="2250" b="0">
                <a:solidFill>
                  <a:srgbClr val="20382C"/>
                </a:solidFill>
                <a:latin typeface="Arial"/>
                <a:ea typeface="Arial"/>
                <a:cs typeface="Arial"/>
              </a:defRPr>
            </a:lvl4pPr>
            <a:lvl5pPr>
              <a:defRPr sz="2250" b="0">
                <a:solidFill>
                  <a:srgbClr val="20382C"/>
                </a:solidFill>
                <a:latin typeface="Arial"/>
                <a:ea typeface="Arial"/>
                <a:cs typeface="Arial"/>
              </a:defRPr>
            </a:lvl5pPr>
            <a:lvl6pPr>
              <a:defRPr sz="2250" b="0">
                <a:solidFill>
                  <a:srgbClr val="20382C"/>
                </a:solidFill>
                <a:latin typeface="Arial"/>
                <a:ea typeface="Arial"/>
                <a:cs typeface="Arial"/>
              </a:defRPr>
            </a:lvl6pPr>
            <a:lvl7pPr>
              <a:defRPr sz="2250" b="0">
                <a:solidFill>
                  <a:srgbClr val="20382C"/>
                </a:solidFill>
                <a:latin typeface="Arial"/>
                <a:ea typeface="Arial"/>
                <a:cs typeface="Arial"/>
              </a:defRPr>
            </a:lvl7pPr>
            <a:lvl8pPr>
              <a:defRPr sz="2250" b="0">
                <a:solidFill>
                  <a:srgbClr val="20382C"/>
                </a:solidFill>
                <a:latin typeface="Arial"/>
                <a:ea typeface="Arial"/>
                <a:cs typeface="Arial"/>
              </a:defRPr>
            </a:lvl8pPr>
            <a:lvl9pPr>
              <a:defRPr sz="2250" b="0">
                <a:solidFill>
                  <a:srgbClr val="20382C"/>
                </a:solidFill>
                <a:latin typeface="Arial"/>
                <a:ea typeface="Arial"/>
                <a:cs typeface="Arial"/>
              </a:defRPr>
            </a:lvl9pPr>
          </a:lstStyle>
          <a:p xmlns:a="http://schemas.openxmlformats.org/drawingml/2006/main">
            <a:pPr>
              <a:defRPr sz="2250" b="0">
                <a:solidFill>
                  <a:srgbClr val="20382C"/>
                </a:solidFill>
                <a:latin typeface="Arial"/>
                <a:ea typeface="Arial"/>
                <a:cs typeface="Arial"/>
              </a:defRPr>
            </a:pPr>
            <a:r>
              <a:rPr sz="2250" b="0">
                <a:solidFill>
                  <a:srgbClr val="20382C"/>
                </a:solidFill>
                <a:latin typeface="Arial"/>
                <a:ea typeface="Arial"/>
                <a:cs typeface="Arial"/>
              </a:rPr>
              <a:t>Сотрудник оформляет документы, а система рассчитывает суммы и доступное количество продукции.</a:t>
            </a:r>
          </a:p>
        </p:txBody>
      </p:sp>
      <p:sp>
        <p:nvSpPr>
          <p:cNvPr id="6" name="">
            <a:extLst xmlns:a="http://schemas.openxmlformats.org/drawingml/2006/main">
              <a:ext uri="{FF2B5EF4-FFF2-40B4-BE49-F238E27FC236}">
                <a16:creationId xmlns:a16="http://schemas.microsoft.com/office/drawing/2014/main" id="{DF1A83D9-A310-40FC-8036-E51036829CC6}"/>
              </a:ext>
            </a:extLst>
          </p:cNvPr>
          <p:cNvSpPr>
            <a:spLocks xmlns:a="http://schemas.openxmlformats.org/drawingml/2006/main" noGrp="1"/>
          </p:cNvSpPr>
          <p:nvPr/>
        </p:nvSpPr>
        <p:spPr>
          <a:xfrm xmlns:a="http://schemas.openxmlformats.org/drawingml/2006/main">
            <a:off x="714375" y="49053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82C"/>
                </a:solidFill>
                <a:latin typeface="Arial"/>
                <a:ea typeface="Arial"/>
                <a:cs typeface="Arial"/>
              </a:defRPr>
            </a:defPPr>
            <a:lvl1pPr>
              <a:defRPr sz="2100" b="0">
                <a:solidFill>
                  <a:srgbClr val="20382C"/>
                </a:solidFill>
                <a:latin typeface="Arial"/>
                <a:ea typeface="Arial"/>
                <a:cs typeface="Arial"/>
              </a:defRPr>
            </a:lvl1pPr>
            <a:lvl2pPr>
              <a:defRPr sz="2100" b="0">
                <a:solidFill>
                  <a:srgbClr val="20382C"/>
                </a:solidFill>
                <a:latin typeface="Arial"/>
                <a:ea typeface="Arial"/>
                <a:cs typeface="Arial"/>
              </a:defRPr>
            </a:lvl2pPr>
            <a:lvl3pPr>
              <a:defRPr sz="2100" b="0">
                <a:solidFill>
                  <a:srgbClr val="20382C"/>
                </a:solidFill>
                <a:latin typeface="Arial"/>
                <a:ea typeface="Arial"/>
                <a:cs typeface="Arial"/>
              </a:defRPr>
            </a:lvl3pPr>
            <a:lvl4pPr>
              <a:defRPr sz="2100" b="0">
                <a:solidFill>
                  <a:srgbClr val="20382C"/>
                </a:solidFill>
                <a:latin typeface="Arial"/>
                <a:ea typeface="Arial"/>
                <a:cs typeface="Arial"/>
              </a:defRPr>
            </a:lvl4pPr>
            <a:lvl5pPr>
              <a:defRPr sz="2100" b="0">
                <a:solidFill>
                  <a:srgbClr val="20382C"/>
                </a:solidFill>
                <a:latin typeface="Arial"/>
                <a:ea typeface="Arial"/>
                <a:cs typeface="Arial"/>
              </a:defRPr>
            </a:lvl5pPr>
            <a:lvl6pPr>
              <a:defRPr sz="2100" b="0">
                <a:solidFill>
                  <a:srgbClr val="20382C"/>
                </a:solidFill>
                <a:latin typeface="Arial"/>
                <a:ea typeface="Arial"/>
                <a:cs typeface="Arial"/>
              </a:defRPr>
            </a:lvl6pPr>
            <a:lvl7pPr>
              <a:defRPr sz="2100" b="0">
                <a:solidFill>
                  <a:srgbClr val="20382C"/>
                </a:solidFill>
                <a:latin typeface="Arial"/>
                <a:ea typeface="Arial"/>
                <a:cs typeface="Arial"/>
              </a:defRPr>
            </a:lvl7pPr>
            <a:lvl8pPr>
              <a:defRPr sz="2100" b="0">
                <a:solidFill>
                  <a:srgbClr val="20382C"/>
                </a:solidFill>
                <a:latin typeface="Arial"/>
                <a:ea typeface="Arial"/>
                <a:cs typeface="Arial"/>
              </a:defRPr>
            </a:lvl8pPr>
            <a:lvl9pPr>
              <a:defRPr sz="2100" b="0">
                <a:solidFill>
                  <a:srgbClr val="20382C"/>
                </a:solidFill>
                <a:latin typeface="Arial"/>
                <a:ea typeface="Arial"/>
                <a:cs typeface="Arial"/>
              </a:defRPr>
            </a:lvl9pPr>
          </a:lstStyle>
          <a:p xmlns:a="http://schemas.openxmlformats.org/drawingml/2006/main">
            <a:pPr>
              <a:defRPr sz="2100" b="0">
                <a:solidFill>
                  <a:srgbClr val="20382C"/>
                </a:solidFill>
                <a:latin typeface="Arial"/>
                <a:ea typeface="Arial"/>
                <a:cs typeface="Arial"/>
              </a:defRPr>
            </a:pPr>
            <a:r>
              <a:rPr sz="2100" b="0">
                <a:solidFill>
                  <a:srgbClr val="20382C"/>
                </a:solidFill>
                <a:latin typeface="Arial"/>
                <a:ea typeface="Arial"/>
                <a:cs typeface="Arial"/>
              </a:rPr>
              <a:t>Молоко учитывается в литрах.</a:t>
            </a:r>
          </a:p>
          <a:p xmlns:a="http://schemas.openxmlformats.org/drawingml/2006/main">
            <a:pPr>
              <a:defRPr sz="2100" b="0">
                <a:solidFill>
                  <a:srgbClr val="20382C"/>
                </a:solidFill>
                <a:latin typeface="Arial"/>
                <a:ea typeface="Arial"/>
                <a:cs typeface="Arial"/>
              </a:defRPr>
            </a:pPr>
            <a:r>
              <a:rPr sz="2100" b="0">
                <a:solidFill>
                  <a:srgbClr val="20382C"/>
                </a:solidFill>
                <a:latin typeface="Arial"/>
                <a:ea typeface="Arial"/>
                <a:cs typeface="Arial"/>
              </a:rPr>
              <a:t>Творог и сметана в килограммах.</a:t>
            </a:r>
          </a:p>
        </p:txBody>
      </p:sp>
      <p:pic>
        <p:nvPicPr>
          <p:cNvPr id="7" name="">
            <a:extLst xmlns:a="http://schemas.openxmlformats.org/drawingml/2006/main">
              <a:ext uri="{FF2B5EF4-FFF2-40B4-BE49-F238E27FC236}">
                <a16:creationId xmlns:a16="http://schemas.microsoft.com/office/drawing/2014/main" id="{ACE27DA1-2B4D-4787-A8AF-2163E6633B6C}"/>
              </a:ext>
            </a:extLst>
          </p:cNvPr>
          <p:cNvPicPr>
            <a:picLocks xmlns:a="http://schemas.openxmlformats.org/drawingml/2006/main" noChangeAspect="1"/>
          </p:cNvPicPr>
          <p:nvPr/>
        </p:nvPicPr>
        <p:blipFill>
          <a:blip xmlns:r="http://schemas.openxmlformats.org/officeDocument/2006/relationships" xmlns:a="http://schemas.openxmlformats.org/drawingml/2006/main" r:embed="R2da3267003ce4a20"/>
          <a:stretch xmlns:a="http://schemas.openxmlformats.org/drawingml/2006/main"/>
        </p:blipFill>
        <p:spPr>
          <a:xfrm xmlns:a="http://schemas.openxmlformats.org/drawingml/2006/main">
            <a:off x="7191375" y="2071688"/>
            <a:ext cx="1952625" cy="19526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0690961-902C-4D0E-A773-DBF5D68F1028}"/>
              </a:ext>
            </a:extLst>
          </p:cNvPr>
          <p:cNvPicPr>
            <a:picLocks xmlns:a="http://schemas.openxmlformats.org/drawingml/2006/main" noChangeAspect="1"/>
          </p:cNvPicPr>
          <p:nvPr/>
        </p:nvPicPr>
        <p:blipFill>
          <a:blip xmlns:r="http://schemas.openxmlformats.org/officeDocument/2006/relationships" xmlns:a="http://schemas.openxmlformats.org/drawingml/2006/main" r:embed="Rec1d9fd89cd7472a"/>
          <a:stretch xmlns:a="http://schemas.openxmlformats.org/drawingml/2006/main"/>
        </p:blipFill>
        <p:spPr>
          <a:xfrm xmlns:a="http://schemas.openxmlformats.org/drawingml/2006/main">
            <a:off x="9429750" y="2071688"/>
            <a:ext cx="1952625" cy="1952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414CA10-47AE-4AE5-AE70-268AE2CCB056}"/>
              </a:ext>
            </a:extLst>
          </p:cNvPr>
          <p:cNvSpPr>
            <a:spLocks xmlns:a="http://schemas.openxmlformats.org/drawingml/2006/main" noGrp="1"/>
          </p:cNvSpPr>
          <p:nvPr/>
        </p:nvSpPr>
        <p:spPr>
          <a:xfrm xmlns:a="http://schemas.openxmlformats.org/drawingml/2006/main">
            <a:off x="7191375" y="45243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F6B4F"/>
                </a:solidFill>
                <a:latin typeface="Arial"/>
                <a:ea typeface="Arial"/>
                <a:cs typeface="Arial"/>
              </a:defRPr>
            </a:defPPr>
            <a:lvl1pPr>
              <a:defRPr sz="1950" b="1">
                <a:solidFill>
                  <a:srgbClr val="2F6B4F"/>
                </a:solidFill>
                <a:latin typeface="Arial"/>
                <a:ea typeface="Arial"/>
                <a:cs typeface="Arial"/>
              </a:defRPr>
            </a:lvl1pPr>
            <a:lvl2pPr>
              <a:defRPr sz="1950" b="1">
                <a:solidFill>
                  <a:srgbClr val="2F6B4F"/>
                </a:solidFill>
                <a:latin typeface="Arial"/>
                <a:ea typeface="Arial"/>
                <a:cs typeface="Arial"/>
              </a:defRPr>
            </a:lvl2pPr>
            <a:lvl3pPr>
              <a:defRPr sz="1950" b="1">
                <a:solidFill>
                  <a:srgbClr val="2F6B4F"/>
                </a:solidFill>
                <a:latin typeface="Arial"/>
                <a:ea typeface="Arial"/>
                <a:cs typeface="Arial"/>
              </a:defRPr>
            </a:lvl3pPr>
            <a:lvl4pPr>
              <a:defRPr sz="1950" b="1">
                <a:solidFill>
                  <a:srgbClr val="2F6B4F"/>
                </a:solidFill>
                <a:latin typeface="Arial"/>
                <a:ea typeface="Arial"/>
                <a:cs typeface="Arial"/>
              </a:defRPr>
            </a:lvl4pPr>
            <a:lvl5pPr>
              <a:defRPr sz="1950" b="1">
                <a:solidFill>
                  <a:srgbClr val="2F6B4F"/>
                </a:solidFill>
                <a:latin typeface="Arial"/>
                <a:ea typeface="Arial"/>
                <a:cs typeface="Arial"/>
              </a:defRPr>
            </a:lvl5pPr>
            <a:lvl6pPr>
              <a:defRPr sz="1950" b="1">
                <a:solidFill>
                  <a:srgbClr val="2F6B4F"/>
                </a:solidFill>
                <a:latin typeface="Arial"/>
                <a:ea typeface="Arial"/>
                <a:cs typeface="Arial"/>
              </a:defRPr>
            </a:lvl6pPr>
            <a:lvl7pPr>
              <a:defRPr sz="1950" b="1">
                <a:solidFill>
                  <a:srgbClr val="2F6B4F"/>
                </a:solidFill>
                <a:latin typeface="Arial"/>
                <a:ea typeface="Arial"/>
                <a:cs typeface="Arial"/>
              </a:defRPr>
            </a:lvl7pPr>
            <a:lvl8pPr>
              <a:defRPr sz="1950" b="1">
                <a:solidFill>
                  <a:srgbClr val="2F6B4F"/>
                </a:solidFill>
                <a:latin typeface="Arial"/>
                <a:ea typeface="Arial"/>
                <a:cs typeface="Arial"/>
              </a:defRPr>
            </a:lvl8pPr>
            <a:lvl9pPr>
              <a:defRPr sz="1950" b="1">
                <a:solidFill>
                  <a:srgbClr val="2F6B4F"/>
                </a:solidFill>
                <a:latin typeface="Arial"/>
                <a:ea typeface="Arial"/>
                <a:cs typeface="Arial"/>
              </a:defRPr>
            </a:lvl9pPr>
          </a:lstStyle>
          <a:p xmlns:a="http://schemas.openxmlformats.org/drawingml/2006/main">
            <a:pPr>
              <a:defRPr sz="1950" b="1">
                <a:solidFill>
                  <a:srgbClr val="2F6B4F"/>
                </a:solidFill>
                <a:latin typeface="Arial"/>
                <a:ea typeface="Arial"/>
                <a:cs typeface="Arial"/>
              </a:defRPr>
            </a:pPr>
            <a:r>
              <a:rPr sz="1950" b="1">
                <a:solidFill>
                  <a:srgbClr val="2F6B4F"/>
                </a:solidFill>
                <a:latin typeface="Arial"/>
                <a:ea typeface="Arial"/>
                <a:cs typeface="Arial"/>
              </a:rPr>
              <a:t>Творог 9%</a:t>
            </a:r>
          </a:p>
        </p:txBody>
      </p:sp>
      <p:sp>
        <p:nvSpPr>
          <p:cNvPr id="10" name="">
            <a:extLst xmlns:a="http://schemas.openxmlformats.org/drawingml/2006/main">
              <a:ext uri="{FF2B5EF4-FFF2-40B4-BE49-F238E27FC236}">
                <a16:creationId xmlns:a16="http://schemas.microsoft.com/office/drawing/2014/main" id="{900E22A8-3AB4-453D-B71E-C1640EB69CA9}"/>
              </a:ext>
            </a:extLst>
          </p:cNvPr>
          <p:cNvSpPr>
            <a:spLocks xmlns:a="http://schemas.openxmlformats.org/drawingml/2006/main" noGrp="1"/>
          </p:cNvSpPr>
          <p:nvPr/>
        </p:nvSpPr>
        <p:spPr>
          <a:xfrm xmlns:a="http://schemas.openxmlformats.org/drawingml/2006/main">
            <a:off x="9429750" y="452437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F6B4F"/>
                </a:solidFill>
                <a:latin typeface="Arial"/>
                <a:ea typeface="Arial"/>
                <a:cs typeface="Arial"/>
              </a:defRPr>
            </a:defPPr>
            <a:lvl1pPr>
              <a:defRPr sz="1950" b="1">
                <a:solidFill>
                  <a:srgbClr val="2F6B4F"/>
                </a:solidFill>
                <a:latin typeface="Arial"/>
                <a:ea typeface="Arial"/>
                <a:cs typeface="Arial"/>
              </a:defRPr>
            </a:lvl1pPr>
            <a:lvl2pPr>
              <a:defRPr sz="1950" b="1">
                <a:solidFill>
                  <a:srgbClr val="2F6B4F"/>
                </a:solidFill>
                <a:latin typeface="Arial"/>
                <a:ea typeface="Arial"/>
                <a:cs typeface="Arial"/>
              </a:defRPr>
            </a:lvl2pPr>
            <a:lvl3pPr>
              <a:defRPr sz="1950" b="1">
                <a:solidFill>
                  <a:srgbClr val="2F6B4F"/>
                </a:solidFill>
                <a:latin typeface="Arial"/>
                <a:ea typeface="Arial"/>
                <a:cs typeface="Arial"/>
              </a:defRPr>
            </a:lvl3pPr>
            <a:lvl4pPr>
              <a:defRPr sz="1950" b="1">
                <a:solidFill>
                  <a:srgbClr val="2F6B4F"/>
                </a:solidFill>
                <a:latin typeface="Arial"/>
                <a:ea typeface="Arial"/>
                <a:cs typeface="Arial"/>
              </a:defRPr>
            </a:lvl4pPr>
            <a:lvl5pPr>
              <a:defRPr sz="1950" b="1">
                <a:solidFill>
                  <a:srgbClr val="2F6B4F"/>
                </a:solidFill>
                <a:latin typeface="Arial"/>
                <a:ea typeface="Arial"/>
                <a:cs typeface="Arial"/>
              </a:defRPr>
            </a:lvl5pPr>
            <a:lvl6pPr>
              <a:defRPr sz="1950" b="1">
                <a:solidFill>
                  <a:srgbClr val="2F6B4F"/>
                </a:solidFill>
                <a:latin typeface="Arial"/>
                <a:ea typeface="Arial"/>
                <a:cs typeface="Arial"/>
              </a:defRPr>
            </a:lvl6pPr>
            <a:lvl7pPr>
              <a:defRPr sz="1950" b="1">
                <a:solidFill>
                  <a:srgbClr val="2F6B4F"/>
                </a:solidFill>
                <a:latin typeface="Arial"/>
                <a:ea typeface="Arial"/>
                <a:cs typeface="Arial"/>
              </a:defRPr>
            </a:lvl7pPr>
            <a:lvl8pPr>
              <a:defRPr sz="1950" b="1">
                <a:solidFill>
                  <a:srgbClr val="2F6B4F"/>
                </a:solidFill>
                <a:latin typeface="Arial"/>
                <a:ea typeface="Arial"/>
                <a:cs typeface="Arial"/>
              </a:defRPr>
            </a:lvl8pPr>
            <a:lvl9pPr>
              <a:defRPr sz="1950" b="1">
                <a:solidFill>
                  <a:srgbClr val="2F6B4F"/>
                </a:solidFill>
                <a:latin typeface="Arial"/>
                <a:ea typeface="Arial"/>
                <a:cs typeface="Arial"/>
              </a:defRPr>
            </a:lvl9pPr>
          </a:lstStyle>
          <a:p xmlns:a="http://schemas.openxmlformats.org/drawingml/2006/main">
            <a:pPr>
              <a:defRPr sz="1950" b="1">
                <a:solidFill>
                  <a:srgbClr val="2F6B4F"/>
                </a:solidFill>
                <a:latin typeface="Arial"/>
                <a:ea typeface="Arial"/>
                <a:cs typeface="Arial"/>
              </a:defRPr>
            </a:pPr>
            <a:r>
              <a:rPr sz="1950" b="1">
                <a:solidFill>
                  <a:srgbClr val="2F6B4F"/>
                </a:solidFill>
                <a:latin typeface="Arial"/>
                <a:ea typeface="Arial"/>
                <a:cs typeface="Arial"/>
              </a:rPr>
              <a:t>Сметана 20%</a:t>
            </a:r>
          </a:p>
        </p:txBody>
      </p:sp>
      <p:sp>
        <p:nvSpPr>
          <p:cNvPr id="11" name="">
            <a:extLst xmlns:a="http://schemas.openxmlformats.org/drawingml/2006/main">
              <a:ext uri="{FF2B5EF4-FFF2-40B4-BE49-F238E27FC236}">
                <a16:creationId xmlns:a16="http://schemas.microsoft.com/office/drawing/2014/main" id="{124D640E-AFCC-44FF-B5F6-024405F926AE}"/>
              </a:ext>
            </a:extLst>
          </p:cNvPr>
          <p:cNvSpPr>
            <a:spLocks xmlns:a="http://schemas.openxmlformats.org/drawingml/2006/main" noGrp="1"/>
          </p:cNvSpPr>
          <p:nvPr/>
        </p:nvSpPr>
        <p:spPr>
          <a:xfrm xmlns:a="http://schemas.openxmlformats.org/drawingml/2006/main">
            <a:off x="7191375" y="5286375"/>
            <a:ext cx="4333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F6D63"/>
                </a:solidFill>
                <a:latin typeface="Arial"/>
                <a:ea typeface="Arial"/>
                <a:cs typeface="Arial"/>
              </a:defRPr>
            </a:defPPr>
            <a:lvl1pPr>
              <a:defRPr sz="1800" b="0">
                <a:solidFill>
                  <a:srgbClr val="5F6D63"/>
                </a:solidFill>
                <a:latin typeface="Arial"/>
                <a:ea typeface="Arial"/>
                <a:cs typeface="Arial"/>
              </a:defRPr>
            </a:lvl1pPr>
            <a:lvl2pPr>
              <a:defRPr sz="1800" b="0">
                <a:solidFill>
                  <a:srgbClr val="5F6D63"/>
                </a:solidFill>
                <a:latin typeface="Arial"/>
                <a:ea typeface="Arial"/>
                <a:cs typeface="Arial"/>
              </a:defRPr>
            </a:lvl2pPr>
            <a:lvl3pPr>
              <a:defRPr sz="1800" b="0">
                <a:solidFill>
                  <a:srgbClr val="5F6D63"/>
                </a:solidFill>
                <a:latin typeface="Arial"/>
                <a:ea typeface="Arial"/>
                <a:cs typeface="Arial"/>
              </a:defRPr>
            </a:lvl3pPr>
            <a:lvl4pPr>
              <a:defRPr sz="1800" b="0">
                <a:solidFill>
                  <a:srgbClr val="5F6D63"/>
                </a:solidFill>
                <a:latin typeface="Arial"/>
                <a:ea typeface="Arial"/>
                <a:cs typeface="Arial"/>
              </a:defRPr>
            </a:lvl4pPr>
            <a:lvl5pPr>
              <a:defRPr sz="1800" b="0">
                <a:solidFill>
                  <a:srgbClr val="5F6D63"/>
                </a:solidFill>
                <a:latin typeface="Arial"/>
                <a:ea typeface="Arial"/>
                <a:cs typeface="Arial"/>
              </a:defRPr>
            </a:lvl5pPr>
            <a:lvl6pPr>
              <a:defRPr sz="1800" b="0">
                <a:solidFill>
                  <a:srgbClr val="5F6D63"/>
                </a:solidFill>
                <a:latin typeface="Arial"/>
                <a:ea typeface="Arial"/>
                <a:cs typeface="Arial"/>
              </a:defRPr>
            </a:lvl6pPr>
            <a:lvl7pPr>
              <a:defRPr sz="1800" b="0">
                <a:solidFill>
                  <a:srgbClr val="5F6D63"/>
                </a:solidFill>
                <a:latin typeface="Arial"/>
                <a:ea typeface="Arial"/>
                <a:cs typeface="Arial"/>
              </a:defRPr>
            </a:lvl7pPr>
            <a:lvl8pPr>
              <a:defRPr sz="1800" b="0">
                <a:solidFill>
                  <a:srgbClr val="5F6D63"/>
                </a:solidFill>
                <a:latin typeface="Arial"/>
                <a:ea typeface="Arial"/>
                <a:cs typeface="Arial"/>
              </a:defRPr>
            </a:lvl8pPr>
            <a:lvl9pPr>
              <a:defRPr sz="1800" b="0">
                <a:solidFill>
                  <a:srgbClr val="5F6D63"/>
                </a:solidFill>
                <a:latin typeface="Arial"/>
                <a:ea typeface="Arial"/>
                <a:cs typeface="Arial"/>
              </a:defRPr>
            </a:lvl9pPr>
          </a:lstStyle>
          <a:p xmlns:a="http://schemas.openxmlformats.org/drawingml/2006/main">
            <a:pPr>
              <a:defRPr sz="1800" b="0">
                <a:solidFill>
                  <a:srgbClr val="5F6D63"/>
                </a:solidFill>
                <a:latin typeface="Arial"/>
                <a:ea typeface="Arial"/>
                <a:cs typeface="Arial"/>
              </a:defRPr>
            </a:pPr>
            <a:r>
              <a:rPr sz="1800" b="0">
                <a:solidFill>
                  <a:srgbClr val="5F6D63"/>
                </a:solidFill>
                <a:latin typeface="Arial"/>
                <a:ea typeface="Arial"/>
                <a:cs typeface="Arial"/>
              </a:rPr>
              <a:t>Фотографии хранятся в карточках продукции</a:t>
            </a:r>
          </a:p>
        </p:txBody>
      </p:sp>
    </p:spTree>
    <p:extLst>
      <p:ext uri="{BB962C8B-B14F-4D97-AF65-F5344CB8AC3E}">
        <p14:creationId xmlns:p14="http://schemas.microsoft.com/office/powerpoint/2010/main" val="1376328263"/>
      </p:ext>
    </p:extLst>
  </p:cSld>
</p:sld>
</file>

<file path=ppt/slides/slide3.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74D41F-870E-4ACA-B1AB-45B6D543A14E}"/>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Структура конфигурации</a:t>
            </a:r>
          </a:p>
        </p:txBody>
      </p:sp>
      <p:sp>
        <p:nvSpPr>
          <p:cNvPr id="2" name="">
            <a:extLst xmlns:a="http://schemas.openxmlformats.org/drawingml/2006/main">
              <a:ext uri="{FF2B5EF4-FFF2-40B4-BE49-F238E27FC236}">
                <a16:creationId xmlns:a16="http://schemas.microsoft.com/office/drawing/2014/main" id="{73D0C7FD-4DAA-47E7-99F6-E4FB3E99E449}"/>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4B2CB86F-852D-417D-A257-C1540E495493}"/>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3 / 11</a:t>
            </a:r>
          </a:p>
        </p:txBody>
      </p:sp>
      <p:graphicFrame>
        <p:nvGraphicFramePr>
          <p:cNvPr id="4" name="">
            <a:extLst xmlns:a="http://schemas.openxmlformats.org/drawingml/2006/main">
              <a:ext uri="{FF2B5EF4-FFF2-40B4-BE49-F238E27FC236}">
                <a16:creationId xmlns:a16="http://schemas.microsoft.com/office/drawing/2014/main" id="{818238DD-37C4-46A7-A1F2-FE9418F16D0D}"/>
              </a:ext>
            </a:extLst>
          </p:cNvPr>
          <p:cNvGraphicFramePr/>
          <p:nvPr/>
        </p:nvGraphicFramePr>
        <p:xfrm>
          <a:off xmlns:a="http://schemas.openxmlformats.org/drawingml/2006/main" x="714375" y="1809750"/>
          <a:ext xmlns:a="http://schemas.openxmlformats.org/drawingml/2006/main" cx="10715625" cy="3238500"/>
        </p:xfrm>
        <a:graphic xmlns:a="http://schemas.openxmlformats.org/drawingml/2006/main">
          <a:graphicData uri="http://schemas.openxmlformats.org/drawingml/2006/table">
            <a:tbl>
              <a:tblPr/>
              <a:tblGrid>
                <a:gridCol w="3762375"/>
                <a:gridCol w="6953250"/>
              </a:tblGrid>
              <a:tr h="647700">
                <a:tc>
                  <a:txBody>
                    <a:bodyPr/>
                    <a:lstStyle/>
                    <a:p>
                      <a:r>
                        <a:rPr sz="1950" b="1">
                          <a:solidFill>
                            <a:srgbClr val="FFFFFF"/>
                          </a:solidFill>
                          <a:latin typeface="Arial"/>
                          <a:ea typeface="Arial"/>
                          <a:cs typeface="Arial"/>
                        </a:rPr>
                        <a:t>Объекты</a:t>
                      </a:r>
                    </a:p>
                  </a:txBody>
                  <a:tcPr marL="91440" marR="91440" marT="45720" marB="45720">
                    <a:lnL w="9525">
                      <a:solidFill>
                        <a:srgbClr val="CED8D0"/>
                      </a:solidFill>
                      <a:prstDash val="solid"/>
                    </a:lnL>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Назначение</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r>
              <a:tr h="647700">
                <a:tc>
                  <a:txBody>
                    <a:bodyPr/>
                    <a:lstStyle/>
                    <a:p>
                      <a:r>
                        <a:rPr sz="1950" b="0">
                          <a:solidFill>
                            <a:srgbClr val="20382C"/>
                          </a:solidFill>
                          <a:latin typeface="Arial"/>
                          <a:ea typeface="Arial"/>
                          <a:cs typeface="Arial"/>
                        </a:rPr>
                        <a:t>5 справочников</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Продукция, контрагенты, организации и склады</a:t>
                      </a:r>
                    </a:p>
                  </a:txBody>
                  <a:tcPr marL="91440" marR="91440" marT="45720" marB="45720">
                    <a:lnR w="9525">
                      <a:solidFill>
                        <a:srgbClr val="CED8D0"/>
                      </a:solidFill>
                      <a:prstDash val="solid"/>
                    </a:lnR>
                    <a:lnB w="9525">
                      <a:solidFill>
                        <a:srgbClr val="CED8D0"/>
                      </a:solidFill>
                      <a:prstDash val="solid"/>
                    </a:lnB>
                    <a:solidFill>
                      <a:srgbClr val="FFFFFF"/>
                    </a:solidFill>
                  </a:tcPr>
                </a:tc>
              </a:tr>
              <a:tr h="647700">
                <a:tc>
                  <a:txBody>
                    <a:bodyPr/>
                    <a:lstStyle/>
                    <a:p>
                      <a:r>
                        <a:rPr sz="1950" b="0">
                          <a:solidFill>
                            <a:srgbClr val="20382C"/>
                          </a:solidFill>
                          <a:latin typeface="Arial"/>
                          <a:ea typeface="Arial"/>
                          <a:cs typeface="Arial"/>
                        </a:rPr>
                        <a:t>3 документа</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Приход, Расход, Бронирование</a:t>
                      </a:r>
                    </a:p>
                  </a:txBody>
                  <a:tcPr marL="91440" marR="91440" marT="45720" marB="45720">
                    <a:lnR w="9525">
                      <a:solidFill>
                        <a:srgbClr val="CED8D0"/>
                      </a:solidFill>
                      <a:prstDash val="solid"/>
                    </a:lnR>
                    <a:lnB w="9525">
                      <a:solidFill>
                        <a:srgbClr val="CED8D0"/>
                      </a:solidFill>
                      <a:prstDash val="solid"/>
                    </a:lnB>
                    <a:solidFill>
                      <a:srgbClr val="E6EFE7"/>
                    </a:solidFill>
                  </a:tcPr>
                </a:tc>
              </a:tr>
              <a:tr h="647700">
                <a:tc>
                  <a:txBody>
                    <a:bodyPr/>
                    <a:lstStyle/>
                    <a:p>
                      <a:r>
                        <a:rPr sz="1950" b="0">
                          <a:solidFill>
                            <a:srgbClr val="20382C"/>
                          </a:solidFill>
                          <a:latin typeface="Arial"/>
                          <a:ea typeface="Arial"/>
                          <a:cs typeface="Arial"/>
                        </a:rPr>
                        <a:t>Регистр сведений</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Цены продукции по датам</a:t>
                      </a:r>
                    </a:p>
                  </a:txBody>
                  <a:tcPr marL="91440" marR="91440" marT="45720" marB="45720">
                    <a:lnR w="9525">
                      <a:solidFill>
                        <a:srgbClr val="CED8D0"/>
                      </a:solidFill>
                      <a:prstDash val="solid"/>
                    </a:lnR>
                    <a:lnB w="9525">
                      <a:solidFill>
                        <a:srgbClr val="CED8D0"/>
                      </a:solidFill>
                      <a:prstDash val="solid"/>
                    </a:lnB>
                    <a:solidFill>
                      <a:srgbClr val="FFFFFF"/>
                    </a:solidFill>
                  </a:tcPr>
                </a:tc>
              </a:tr>
              <a:tr h="647700">
                <a:tc>
                  <a:txBody>
                    <a:bodyPr/>
                    <a:lstStyle/>
                    <a:p>
                      <a:r>
                        <a:rPr sz="1950" b="0">
                          <a:solidFill>
                            <a:srgbClr val="20382C"/>
                          </a:solidFill>
                          <a:latin typeface="Arial"/>
                          <a:ea typeface="Arial"/>
                          <a:cs typeface="Arial"/>
                        </a:rPr>
                        <a:t>2 регистра накопления</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ОстаткиПродукции и РезервыПродукции</a:t>
                      </a:r>
                    </a:p>
                  </a:txBody>
                  <a:tcPr marL="91440" marR="91440" marT="45720" marB="45720">
                    <a:lnR w="9525">
                      <a:solidFill>
                        <a:srgbClr val="CED8D0"/>
                      </a:solidFill>
                      <a:prstDash val="solid"/>
                    </a:lnR>
                    <a:lnB w="9525">
                      <a:solidFill>
                        <a:srgbClr val="CED8D0"/>
                      </a:solidFill>
                      <a:prstDash val="solid"/>
                    </a:lnB>
                    <a:solidFill>
                      <a:srgbClr val="E6EFE7"/>
                    </a:solidFill>
                  </a:tcPr>
                </a:tc>
              </a:tr>
            </a:tbl>
          </a:graphicData>
        </a:graphic>
      </p:graphicFrame>
      <p:sp>
        <p:nvSpPr>
          <p:cNvPr id="5" name="">
            <a:extLst xmlns:a="http://schemas.openxmlformats.org/drawingml/2006/main">
              <a:ext uri="{FF2B5EF4-FFF2-40B4-BE49-F238E27FC236}">
                <a16:creationId xmlns:a16="http://schemas.microsoft.com/office/drawing/2014/main" id="{DB011E95-FB4A-45ED-BFA2-C97A1255BAB8}"/>
              </a:ext>
            </a:extLst>
          </p:cNvPr>
          <p:cNvSpPr>
            <a:spLocks xmlns:a="http://schemas.openxmlformats.org/drawingml/2006/main" noGrp="1"/>
          </p:cNvSpPr>
          <p:nvPr/>
        </p:nvSpPr>
        <p:spPr>
          <a:xfrm xmlns:a="http://schemas.openxmlformats.org/drawingml/2006/main">
            <a:off x="714375" y="547687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82C"/>
                </a:solidFill>
                <a:latin typeface="Arial"/>
                <a:ea typeface="Arial"/>
                <a:cs typeface="Arial"/>
              </a:defRPr>
            </a:defPPr>
            <a:lvl1pPr>
              <a:defRPr sz="2175" b="0">
                <a:solidFill>
                  <a:srgbClr val="20382C"/>
                </a:solidFill>
                <a:latin typeface="Arial"/>
                <a:ea typeface="Arial"/>
                <a:cs typeface="Arial"/>
              </a:defRPr>
            </a:lvl1pPr>
            <a:lvl2pPr>
              <a:defRPr sz="2175" b="0">
                <a:solidFill>
                  <a:srgbClr val="20382C"/>
                </a:solidFill>
                <a:latin typeface="Arial"/>
                <a:ea typeface="Arial"/>
                <a:cs typeface="Arial"/>
              </a:defRPr>
            </a:lvl2pPr>
            <a:lvl3pPr>
              <a:defRPr sz="2175" b="0">
                <a:solidFill>
                  <a:srgbClr val="20382C"/>
                </a:solidFill>
                <a:latin typeface="Arial"/>
                <a:ea typeface="Arial"/>
                <a:cs typeface="Arial"/>
              </a:defRPr>
            </a:lvl3pPr>
            <a:lvl4pPr>
              <a:defRPr sz="2175" b="0">
                <a:solidFill>
                  <a:srgbClr val="20382C"/>
                </a:solidFill>
                <a:latin typeface="Arial"/>
                <a:ea typeface="Arial"/>
                <a:cs typeface="Arial"/>
              </a:defRPr>
            </a:lvl4pPr>
            <a:lvl5pPr>
              <a:defRPr sz="2175" b="0">
                <a:solidFill>
                  <a:srgbClr val="20382C"/>
                </a:solidFill>
                <a:latin typeface="Arial"/>
                <a:ea typeface="Arial"/>
                <a:cs typeface="Arial"/>
              </a:defRPr>
            </a:lvl5pPr>
            <a:lvl6pPr>
              <a:defRPr sz="2175" b="0">
                <a:solidFill>
                  <a:srgbClr val="20382C"/>
                </a:solidFill>
                <a:latin typeface="Arial"/>
                <a:ea typeface="Arial"/>
                <a:cs typeface="Arial"/>
              </a:defRPr>
            </a:lvl6pPr>
            <a:lvl7pPr>
              <a:defRPr sz="2175" b="0">
                <a:solidFill>
                  <a:srgbClr val="20382C"/>
                </a:solidFill>
                <a:latin typeface="Arial"/>
                <a:ea typeface="Arial"/>
                <a:cs typeface="Arial"/>
              </a:defRPr>
            </a:lvl7pPr>
            <a:lvl8pPr>
              <a:defRPr sz="2175" b="0">
                <a:solidFill>
                  <a:srgbClr val="20382C"/>
                </a:solidFill>
                <a:latin typeface="Arial"/>
                <a:ea typeface="Arial"/>
                <a:cs typeface="Arial"/>
              </a:defRPr>
            </a:lvl8pPr>
            <a:lvl9pPr>
              <a:defRPr sz="2175" b="0">
                <a:solidFill>
                  <a:srgbClr val="20382C"/>
                </a:solidFill>
                <a:latin typeface="Arial"/>
                <a:ea typeface="Arial"/>
                <a:cs typeface="Arial"/>
              </a:defRPr>
            </a:lvl9pPr>
          </a:lstStyle>
          <a:p xmlns:a="http://schemas.openxmlformats.org/drawingml/2006/main">
            <a:pPr>
              <a:defRPr sz="2175" b="0">
                <a:solidFill>
                  <a:srgbClr val="20382C"/>
                </a:solidFill>
                <a:latin typeface="Arial"/>
                <a:ea typeface="Arial"/>
                <a:cs typeface="Arial"/>
              </a:defRPr>
            </a:pPr>
            <a:r>
              <a:rPr sz="2175" b="0">
                <a:solidFill>
                  <a:srgbClr val="20382C"/>
                </a:solidFill>
                <a:latin typeface="Arial"/>
                <a:ea typeface="Arial"/>
                <a:cs typeface="Arial"/>
              </a:rPr>
              <a:t>Разделы Покупка и Продажа объединяют команды по задачам сотрудника.</a:t>
            </a:r>
          </a:p>
        </p:txBody>
      </p:sp>
    </p:spTree>
    <p:extLst>
      <p:ext uri="{BB962C8B-B14F-4D97-AF65-F5344CB8AC3E}">
        <p14:creationId xmlns:p14="http://schemas.microsoft.com/office/powerpoint/2010/main" val="1160080092"/>
      </p:ext>
    </p:extLst>
  </p:cSld>
</p:sld>
</file>

<file path=ppt/slides/slide4.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C689E2-E9BA-45BD-9CBA-BDC3704832BD}"/>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Рабочий стол и оформление</a:t>
            </a:r>
          </a:p>
        </p:txBody>
      </p:sp>
      <p:sp>
        <p:nvSpPr>
          <p:cNvPr id="2" name="">
            <a:extLst xmlns:a="http://schemas.openxmlformats.org/drawingml/2006/main">
              <a:ext uri="{FF2B5EF4-FFF2-40B4-BE49-F238E27FC236}">
                <a16:creationId xmlns:a16="http://schemas.microsoft.com/office/drawing/2014/main" id="{D97A647F-87B1-4004-9FC6-FB34931299BE}"/>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44E2241F-274A-4B1B-AB01-949410C798B4}"/>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4 / 11</a:t>
            </a:r>
          </a:p>
        </p:txBody>
      </p:sp>
      <p:pic>
        <p:nvPicPr>
          <p:cNvPr id="4" name="">
            <a:extLst xmlns:a="http://schemas.openxmlformats.org/drawingml/2006/main">
              <a:ext uri="{FF2B5EF4-FFF2-40B4-BE49-F238E27FC236}">
                <a16:creationId xmlns:a16="http://schemas.microsoft.com/office/drawing/2014/main" id="{6FF4A5FF-14EC-42CA-B979-A7A0ED743093}"/>
              </a:ext>
            </a:extLst>
          </p:cNvPr>
          <p:cNvPicPr>
            <a:picLocks xmlns:a="http://schemas.openxmlformats.org/drawingml/2006/main" noChangeAspect="1"/>
          </p:cNvPicPr>
          <p:nvPr/>
        </p:nvPicPr>
        <p:blipFill>
          <a:blip xmlns:r="http://schemas.openxmlformats.org/officeDocument/2006/relationships" xmlns:a="http://schemas.openxmlformats.org/drawingml/2006/main" r:embed="R09141ad9c4e8489c"/>
          <a:srcRect xmlns:a="http://schemas.openxmlformats.org/drawingml/2006/main" l="1800" t="37500" r="16000" b="20500"/>
          <a:stretch xmlns:a="http://schemas.openxmlformats.org/drawingml/2006/main"/>
        </p:blipFill>
        <p:spPr>
          <a:xfrm xmlns:a="http://schemas.openxmlformats.org/drawingml/2006/main">
            <a:off x="1619250" y="1714500"/>
            <a:ext cx="8953500" cy="3524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0AC2D85-7A70-43FE-8AA3-29990AEE31F8}"/>
              </a:ext>
            </a:extLst>
          </p:cNvPr>
          <p:cNvSpPr>
            <a:spLocks xmlns:a="http://schemas.openxmlformats.org/drawingml/2006/main" noGrp="1"/>
          </p:cNvSpPr>
          <p:nvPr/>
        </p:nvSpPr>
        <p:spPr>
          <a:xfrm xmlns:a="http://schemas.openxmlformats.org/drawingml/2006/main">
            <a:off x="714375" y="5381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82C"/>
                </a:solidFill>
                <a:latin typeface="Arial"/>
                <a:ea typeface="Arial"/>
                <a:cs typeface="Arial"/>
              </a:defRPr>
            </a:defPPr>
            <a:lvl1pPr>
              <a:defRPr sz="2025" b="0">
                <a:solidFill>
                  <a:srgbClr val="20382C"/>
                </a:solidFill>
                <a:latin typeface="Arial"/>
                <a:ea typeface="Arial"/>
                <a:cs typeface="Arial"/>
              </a:defRPr>
            </a:lvl1pPr>
            <a:lvl2pPr>
              <a:defRPr sz="2025" b="0">
                <a:solidFill>
                  <a:srgbClr val="20382C"/>
                </a:solidFill>
                <a:latin typeface="Arial"/>
                <a:ea typeface="Arial"/>
                <a:cs typeface="Arial"/>
              </a:defRPr>
            </a:lvl2pPr>
            <a:lvl3pPr>
              <a:defRPr sz="2025" b="0">
                <a:solidFill>
                  <a:srgbClr val="20382C"/>
                </a:solidFill>
                <a:latin typeface="Arial"/>
                <a:ea typeface="Arial"/>
                <a:cs typeface="Arial"/>
              </a:defRPr>
            </a:lvl3pPr>
            <a:lvl4pPr>
              <a:defRPr sz="2025" b="0">
                <a:solidFill>
                  <a:srgbClr val="20382C"/>
                </a:solidFill>
                <a:latin typeface="Arial"/>
                <a:ea typeface="Arial"/>
                <a:cs typeface="Arial"/>
              </a:defRPr>
            </a:lvl4pPr>
            <a:lvl5pPr>
              <a:defRPr sz="2025" b="0">
                <a:solidFill>
                  <a:srgbClr val="20382C"/>
                </a:solidFill>
                <a:latin typeface="Arial"/>
                <a:ea typeface="Arial"/>
                <a:cs typeface="Arial"/>
              </a:defRPr>
            </a:lvl5pPr>
            <a:lvl6pPr>
              <a:defRPr sz="2025" b="0">
                <a:solidFill>
                  <a:srgbClr val="20382C"/>
                </a:solidFill>
                <a:latin typeface="Arial"/>
                <a:ea typeface="Arial"/>
                <a:cs typeface="Arial"/>
              </a:defRPr>
            </a:lvl6pPr>
            <a:lvl7pPr>
              <a:defRPr sz="2025" b="0">
                <a:solidFill>
                  <a:srgbClr val="20382C"/>
                </a:solidFill>
                <a:latin typeface="Arial"/>
                <a:ea typeface="Arial"/>
                <a:cs typeface="Arial"/>
              </a:defRPr>
            </a:lvl7pPr>
            <a:lvl8pPr>
              <a:defRPr sz="2025" b="0">
                <a:solidFill>
                  <a:srgbClr val="20382C"/>
                </a:solidFill>
                <a:latin typeface="Arial"/>
                <a:ea typeface="Arial"/>
                <a:cs typeface="Arial"/>
              </a:defRPr>
            </a:lvl8pPr>
            <a:lvl9pPr>
              <a:defRPr sz="2025" b="0">
                <a:solidFill>
                  <a:srgbClr val="20382C"/>
                </a:solidFill>
                <a:latin typeface="Arial"/>
                <a:ea typeface="Arial"/>
                <a:cs typeface="Arial"/>
              </a:defRPr>
            </a:lvl9pPr>
          </a:lstStyle>
          <a:p xmlns:a="http://schemas.openxmlformats.org/drawingml/2006/main">
            <a:pPr>
              <a:defRPr sz="2025" b="0">
                <a:solidFill>
                  <a:srgbClr val="20382C"/>
                </a:solidFill>
                <a:latin typeface="Arial"/>
                <a:ea typeface="Arial"/>
                <a:cs typeface="Arial"/>
              </a:defRPr>
            </a:pPr>
            <a:r>
              <a:rPr sz="2025" b="0">
                <a:solidFill>
                  <a:srgbClr val="20382C"/>
                </a:solidFill>
                <a:latin typeface="Arial"/>
                <a:ea typeface="Arial"/>
                <a:cs typeface="Arial"/>
              </a:rPr>
              <a:t>Зелёный акцент выделяет основные действия. Журналы имеют светлый фон.</a:t>
            </a:r>
          </a:p>
        </p:txBody>
      </p:sp>
      <p:sp>
        <p:nvSpPr>
          <p:cNvPr id="6" name="">
            <a:extLst xmlns:a="http://schemas.openxmlformats.org/drawingml/2006/main">
              <a:ext uri="{FF2B5EF4-FFF2-40B4-BE49-F238E27FC236}">
                <a16:creationId xmlns:a16="http://schemas.microsoft.com/office/drawing/2014/main" id="{50699E92-264D-47CC-9B52-2DF298374EBB}"/>
              </a:ext>
            </a:extLst>
          </p:cNvPr>
          <p:cNvSpPr>
            <a:spLocks xmlns:a="http://schemas.openxmlformats.org/drawingml/2006/main" noGrp="1"/>
          </p:cNvSpPr>
          <p:nvPr/>
        </p:nvSpPr>
        <p:spPr>
          <a:xfrm xmlns:a="http://schemas.openxmlformats.org/drawingml/2006/main">
            <a:off x="714375" y="595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F6D63"/>
                </a:solidFill>
                <a:latin typeface="Arial"/>
                <a:ea typeface="Arial"/>
                <a:cs typeface="Arial"/>
              </a:defRPr>
            </a:defPPr>
            <a:lvl1pPr>
              <a:defRPr sz="1350" b="0">
                <a:solidFill>
                  <a:srgbClr val="5F6D63"/>
                </a:solidFill>
                <a:latin typeface="Arial"/>
                <a:ea typeface="Arial"/>
                <a:cs typeface="Arial"/>
              </a:defRPr>
            </a:lvl1pPr>
            <a:lvl2pPr>
              <a:defRPr sz="1350" b="0">
                <a:solidFill>
                  <a:srgbClr val="5F6D63"/>
                </a:solidFill>
                <a:latin typeface="Arial"/>
                <a:ea typeface="Arial"/>
                <a:cs typeface="Arial"/>
              </a:defRPr>
            </a:lvl2pPr>
            <a:lvl3pPr>
              <a:defRPr sz="1350" b="0">
                <a:solidFill>
                  <a:srgbClr val="5F6D63"/>
                </a:solidFill>
                <a:latin typeface="Arial"/>
                <a:ea typeface="Arial"/>
                <a:cs typeface="Arial"/>
              </a:defRPr>
            </a:lvl3pPr>
            <a:lvl4pPr>
              <a:defRPr sz="1350" b="0">
                <a:solidFill>
                  <a:srgbClr val="5F6D63"/>
                </a:solidFill>
                <a:latin typeface="Arial"/>
                <a:ea typeface="Arial"/>
                <a:cs typeface="Arial"/>
              </a:defRPr>
            </a:lvl4pPr>
            <a:lvl5pPr>
              <a:defRPr sz="1350" b="0">
                <a:solidFill>
                  <a:srgbClr val="5F6D63"/>
                </a:solidFill>
                <a:latin typeface="Arial"/>
                <a:ea typeface="Arial"/>
                <a:cs typeface="Arial"/>
              </a:defRPr>
            </a:lvl5pPr>
            <a:lvl6pPr>
              <a:defRPr sz="1350" b="0">
                <a:solidFill>
                  <a:srgbClr val="5F6D63"/>
                </a:solidFill>
                <a:latin typeface="Arial"/>
                <a:ea typeface="Arial"/>
                <a:cs typeface="Arial"/>
              </a:defRPr>
            </a:lvl6pPr>
            <a:lvl7pPr>
              <a:defRPr sz="1350" b="0">
                <a:solidFill>
                  <a:srgbClr val="5F6D63"/>
                </a:solidFill>
                <a:latin typeface="Arial"/>
                <a:ea typeface="Arial"/>
                <a:cs typeface="Arial"/>
              </a:defRPr>
            </a:lvl7pPr>
            <a:lvl8pPr>
              <a:defRPr sz="1350" b="0">
                <a:solidFill>
                  <a:srgbClr val="5F6D63"/>
                </a:solidFill>
                <a:latin typeface="Arial"/>
                <a:ea typeface="Arial"/>
                <a:cs typeface="Arial"/>
              </a:defRPr>
            </a:lvl8pPr>
            <a:lvl9pPr>
              <a:defRPr sz="1350" b="0">
                <a:solidFill>
                  <a:srgbClr val="5F6D63"/>
                </a:solidFill>
                <a:latin typeface="Arial"/>
                <a:ea typeface="Arial"/>
                <a:cs typeface="Arial"/>
              </a:defRPr>
            </a:lvl9pPr>
          </a:lstStyle>
          <a:p xmlns:a="http://schemas.openxmlformats.org/drawingml/2006/main">
            <a:pPr>
              <a:defRPr sz="1350" b="0">
                <a:solidFill>
                  <a:srgbClr val="5F6D63"/>
                </a:solidFill>
                <a:latin typeface="Arial"/>
                <a:ea typeface="Arial"/>
                <a:cs typeface="Arial"/>
              </a:defRPr>
            </a:pPr>
            <a:r>
              <a:rPr sz="1350" b="0">
                <a:solidFill>
                  <a:srgbClr val="5F6D63"/>
                </a:solidFill>
                <a:latin typeface="Arial"/>
                <a:ea typeface="Arial"/>
                <a:cs typeface="Arial"/>
              </a:rPr>
              <a:t>Снимок до добавления бронирования. Стандартные панели 1С сохраняют оформление платформы.</a:t>
            </a:r>
          </a:p>
        </p:txBody>
      </p:sp>
    </p:spTree>
    <p:extLst>
      <p:ext uri="{BB962C8B-B14F-4D97-AF65-F5344CB8AC3E}">
        <p14:creationId xmlns:p14="http://schemas.microsoft.com/office/powerpoint/2010/main" val="262477616"/>
      </p:ext>
    </p:extLst>
  </p:cSld>
</p:sld>
</file>

<file path=ppt/slides/slide5.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3B48A7-75A8-43AB-BF90-091ED665FA9B}"/>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Поступление и продажа продукции</a:t>
            </a:r>
          </a:p>
        </p:txBody>
      </p:sp>
      <p:sp>
        <p:nvSpPr>
          <p:cNvPr id="2" name="">
            <a:extLst xmlns:a="http://schemas.openxmlformats.org/drawingml/2006/main">
              <a:ext uri="{FF2B5EF4-FFF2-40B4-BE49-F238E27FC236}">
                <a16:creationId xmlns:a16="http://schemas.microsoft.com/office/drawing/2014/main" id="{519370B4-E9CA-48A8-B992-8CBF47A67791}"/>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EDACF800-DC7F-47F1-B3F3-0C1960B38A2A}"/>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5 / 11</a:t>
            </a:r>
          </a:p>
        </p:txBody>
      </p:sp>
      <p:sp>
        <p:nvSpPr>
          <p:cNvPr id="4" name="">
            <a:extLst xmlns:a="http://schemas.openxmlformats.org/drawingml/2006/main">
              <a:ext uri="{FF2B5EF4-FFF2-40B4-BE49-F238E27FC236}">
                <a16:creationId xmlns:a16="http://schemas.microsoft.com/office/drawing/2014/main" id="{9946583A-541F-4471-89EE-6032E25D7C6F}"/>
              </a:ext>
            </a:extLst>
          </p:cNvPr>
          <p:cNvSpPr>
            <a:spLocks xmlns:a="http://schemas.openxmlformats.org/drawingml/2006/main" noGrp="1"/>
          </p:cNvSpPr>
          <p:nvPr/>
        </p:nvSpPr>
        <p:spPr>
          <a:xfrm xmlns:a="http://schemas.openxmlformats.org/drawingml/2006/main">
            <a:off x="714375" y="157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82C"/>
                </a:solidFill>
                <a:latin typeface="Arial"/>
                <a:ea typeface="Arial"/>
                <a:cs typeface="Arial"/>
              </a:defRPr>
            </a:defPPr>
            <a:lvl1pPr>
              <a:defRPr sz="2175" b="0">
                <a:solidFill>
                  <a:srgbClr val="20382C"/>
                </a:solidFill>
                <a:latin typeface="Arial"/>
                <a:ea typeface="Arial"/>
                <a:cs typeface="Arial"/>
              </a:defRPr>
            </a:lvl1pPr>
            <a:lvl2pPr>
              <a:defRPr sz="2175" b="0">
                <a:solidFill>
                  <a:srgbClr val="20382C"/>
                </a:solidFill>
                <a:latin typeface="Arial"/>
                <a:ea typeface="Arial"/>
                <a:cs typeface="Arial"/>
              </a:defRPr>
            </a:lvl2pPr>
            <a:lvl3pPr>
              <a:defRPr sz="2175" b="0">
                <a:solidFill>
                  <a:srgbClr val="20382C"/>
                </a:solidFill>
                <a:latin typeface="Arial"/>
                <a:ea typeface="Arial"/>
                <a:cs typeface="Arial"/>
              </a:defRPr>
            </a:lvl3pPr>
            <a:lvl4pPr>
              <a:defRPr sz="2175" b="0">
                <a:solidFill>
                  <a:srgbClr val="20382C"/>
                </a:solidFill>
                <a:latin typeface="Arial"/>
                <a:ea typeface="Arial"/>
                <a:cs typeface="Arial"/>
              </a:defRPr>
            </a:lvl4pPr>
            <a:lvl5pPr>
              <a:defRPr sz="2175" b="0">
                <a:solidFill>
                  <a:srgbClr val="20382C"/>
                </a:solidFill>
                <a:latin typeface="Arial"/>
                <a:ea typeface="Arial"/>
                <a:cs typeface="Arial"/>
              </a:defRPr>
            </a:lvl5pPr>
            <a:lvl6pPr>
              <a:defRPr sz="2175" b="0">
                <a:solidFill>
                  <a:srgbClr val="20382C"/>
                </a:solidFill>
                <a:latin typeface="Arial"/>
                <a:ea typeface="Arial"/>
                <a:cs typeface="Arial"/>
              </a:defRPr>
            </a:lvl6pPr>
            <a:lvl7pPr>
              <a:defRPr sz="2175" b="0">
                <a:solidFill>
                  <a:srgbClr val="20382C"/>
                </a:solidFill>
                <a:latin typeface="Arial"/>
                <a:ea typeface="Arial"/>
                <a:cs typeface="Arial"/>
              </a:defRPr>
            </a:lvl7pPr>
            <a:lvl8pPr>
              <a:defRPr sz="2175" b="0">
                <a:solidFill>
                  <a:srgbClr val="20382C"/>
                </a:solidFill>
                <a:latin typeface="Arial"/>
                <a:ea typeface="Arial"/>
                <a:cs typeface="Arial"/>
              </a:defRPr>
            </a:lvl8pPr>
            <a:lvl9pPr>
              <a:defRPr sz="2175" b="0">
                <a:solidFill>
                  <a:srgbClr val="20382C"/>
                </a:solidFill>
                <a:latin typeface="Arial"/>
                <a:ea typeface="Arial"/>
                <a:cs typeface="Arial"/>
              </a:defRPr>
            </a:lvl9pPr>
          </a:lstStyle>
          <a:p xmlns:a="http://schemas.openxmlformats.org/drawingml/2006/main">
            <a:pPr>
              <a:defRPr sz="2175" b="0">
                <a:solidFill>
                  <a:srgbClr val="20382C"/>
                </a:solidFill>
                <a:latin typeface="Arial"/>
                <a:ea typeface="Arial"/>
                <a:cs typeface="Arial"/>
              </a:defRPr>
            </a:pPr>
            <a:r>
              <a:rPr sz="2175" b="0">
                <a:solidFill>
                  <a:srgbClr val="20382C"/>
                </a:solidFill>
                <a:latin typeface="Arial"/>
                <a:ea typeface="Arial"/>
                <a:cs typeface="Arial"/>
              </a:rPr>
              <a:t>Документ Приход увеличивает складской остаток. Расход уменьшает его.</a:t>
            </a:r>
          </a:p>
        </p:txBody>
      </p:sp>
      <p:graphicFrame>
        <p:nvGraphicFramePr>
          <p:cNvPr id="5" name="">
            <a:extLst xmlns:a="http://schemas.openxmlformats.org/drawingml/2006/main">
              <a:ext uri="{FF2B5EF4-FFF2-40B4-BE49-F238E27FC236}">
                <a16:creationId xmlns:a16="http://schemas.microsoft.com/office/drawing/2014/main" id="{EE79BAE0-D78E-4643-B54C-DF6A753B2207}"/>
              </a:ext>
            </a:extLst>
          </p:cNvPr>
          <p:cNvGraphicFramePr/>
          <p:nvPr/>
        </p:nvGraphicFramePr>
        <p:xfrm>
          <a:off xmlns:a="http://schemas.openxmlformats.org/drawingml/2006/main" x="714375" y="2571750"/>
          <a:ext xmlns:a="http://schemas.openxmlformats.org/drawingml/2006/main" cx="10715625" cy="2476500"/>
        </p:xfrm>
        <a:graphic xmlns:a="http://schemas.openxmlformats.org/drawingml/2006/main">
          <a:graphicData uri="http://schemas.openxmlformats.org/drawingml/2006/table">
            <a:tbl>
              <a:tblPr/>
              <a:tblGrid>
                <a:gridCol w="4143375"/>
                <a:gridCol w="2190750"/>
                <a:gridCol w="2190750"/>
                <a:gridCol w="2190750"/>
              </a:tblGrid>
              <a:tr h="619125">
                <a:tc>
                  <a:txBody>
                    <a:bodyPr/>
                    <a:lstStyle/>
                    <a:p>
                      <a:r>
                        <a:rPr sz="1950" b="1">
                          <a:solidFill>
                            <a:srgbClr val="FFFFFF"/>
                          </a:solidFill>
                          <a:latin typeface="Arial"/>
                          <a:ea typeface="Arial"/>
                          <a:cs typeface="Arial"/>
                        </a:rPr>
                        <a:t>Продукция</a:t>
                      </a:r>
                    </a:p>
                  </a:txBody>
                  <a:tcPr marL="91440" marR="91440" marT="45720" marB="45720">
                    <a:lnL w="9525">
                      <a:solidFill>
                        <a:srgbClr val="CED8D0"/>
                      </a:solidFill>
                      <a:prstDash val="solid"/>
                    </a:lnL>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Приход</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Продажа</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Остаток</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r>
              <a:tr h="619125">
                <a:tc>
                  <a:txBody>
                    <a:bodyPr/>
                    <a:lstStyle/>
                    <a:p>
                      <a:r>
                        <a:rPr sz="1950" b="0">
                          <a:solidFill>
                            <a:srgbClr val="20382C"/>
                          </a:solidFill>
                          <a:latin typeface="Arial"/>
                          <a:ea typeface="Arial"/>
                          <a:cs typeface="Arial"/>
                        </a:rPr>
                        <a:t>Молоко 3,2%</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100 л</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25 л</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75 л</a:t>
                      </a:r>
                    </a:p>
                  </a:txBody>
                  <a:tcPr marL="91440" marR="91440" marT="45720" marB="45720">
                    <a:lnR w="9525">
                      <a:solidFill>
                        <a:srgbClr val="CED8D0"/>
                      </a:solidFill>
                      <a:prstDash val="solid"/>
                    </a:lnR>
                    <a:lnB w="9525">
                      <a:solidFill>
                        <a:srgbClr val="CED8D0"/>
                      </a:solidFill>
                      <a:prstDash val="solid"/>
                    </a:lnB>
                    <a:solidFill>
                      <a:srgbClr val="FFFFFF"/>
                    </a:solidFill>
                  </a:tcPr>
                </a:tc>
              </a:tr>
              <a:tr h="619125">
                <a:tc>
                  <a:txBody>
                    <a:bodyPr/>
                    <a:lstStyle/>
                    <a:p>
                      <a:r>
                        <a:rPr sz="1950" b="0">
                          <a:solidFill>
                            <a:srgbClr val="20382C"/>
                          </a:solidFill>
                          <a:latin typeface="Arial"/>
                          <a:ea typeface="Arial"/>
                          <a:cs typeface="Arial"/>
                        </a:rPr>
                        <a:t>Творог 9%</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20 кг</a:t>
                      </a:r>
                    </a:p>
                  </a:txBody>
                  <a:tcPr marL="91440" marR="91440" marT="45720" marB="45720">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5 кг</a:t>
                      </a:r>
                    </a:p>
                  </a:txBody>
                  <a:tcPr marL="91440" marR="91440" marT="45720" marB="45720">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15 кг</a:t>
                      </a:r>
                    </a:p>
                  </a:txBody>
                  <a:tcPr marL="91440" marR="91440" marT="45720" marB="45720">
                    <a:lnR w="9525">
                      <a:solidFill>
                        <a:srgbClr val="CED8D0"/>
                      </a:solidFill>
                      <a:prstDash val="solid"/>
                    </a:lnR>
                    <a:lnB w="9525">
                      <a:solidFill>
                        <a:srgbClr val="CED8D0"/>
                      </a:solidFill>
                      <a:prstDash val="solid"/>
                    </a:lnB>
                    <a:solidFill>
                      <a:srgbClr val="E6EFE7"/>
                    </a:solidFill>
                  </a:tcPr>
                </a:tc>
              </a:tr>
              <a:tr h="619125">
                <a:tc>
                  <a:txBody>
                    <a:bodyPr/>
                    <a:lstStyle/>
                    <a:p>
                      <a:r>
                        <a:rPr sz="1950" b="0">
                          <a:solidFill>
                            <a:srgbClr val="20382C"/>
                          </a:solidFill>
                          <a:latin typeface="Arial"/>
                          <a:ea typeface="Arial"/>
                          <a:cs typeface="Arial"/>
                        </a:rPr>
                        <a:t>Сметана 20%</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15 кг</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3 кг</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12 кг</a:t>
                      </a:r>
                    </a:p>
                  </a:txBody>
                  <a:tcPr marL="91440" marR="91440" marT="45720" marB="45720">
                    <a:lnR w="9525">
                      <a:solidFill>
                        <a:srgbClr val="CED8D0"/>
                      </a:solidFill>
                      <a:prstDash val="solid"/>
                    </a:lnR>
                    <a:lnB w="9525">
                      <a:solidFill>
                        <a:srgbClr val="CED8D0"/>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41B83DE-76C4-4AFB-9012-BB4930A53674}"/>
              </a:ext>
            </a:extLst>
          </p:cNvPr>
          <p:cNvSpPr>
            <a:spLocks xmlns:a="http://schemas.openxmlformats.org/drawingml/2006/main" noGrp="1"/>
          </p:cNvSpPr>
          <p:nvPr/>
        </p:nvSpPr>
        <p:spPr>
          <a:xfrm xmlns:a="http://schemas.openxmlformats.org/drawingml/2006/main">
            <a:off x="714375" y="538162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F6B4F"/>
                </a:solidFill>
                <a:latin typeface="Arial"/>
                <a:ea typeface="Arial"/>
                <a:cs typeface="Arial"/>
              </a:defRPr>
            </a:defPPr>
            <a:lvl1pPr>
              <a:defRPr sz="3600" b="1">
                <a:solidFill>
                  <a:srgbClr val="2F6B4F"/>
                </a:solidFill>
                <a:latin typeface="Arial"/>
                <a:ea typeface="Arial"/>
                <a:cs typeface="Arial"/>
              </a:defRPr>
            </a:lvl1pPr>
            <a:lvl2pPr>
              <a:defRPr sz="3600" b="1">
                <a:solidFill>
                  <a:srgbClr val="2F6B4F"/>
                </a:solidFill>
                <a:latin typeface="Arial"/>
                <a:ea typeface="Arial"/>
                <a:cs typeface="Arial"/>
              </a:defRPr>
            </a:lvl2pPr>
            <a:lvl3pPr>
              <a:defRPr sz="3600" b="1">
                <a:solidFill>
                  <a:srgbClr val="2F6B4F"/>
                </a:solidFill>
                <a:latin typeface="Arial"/>
                <a:ea typeface="Arial"/>
                <a:cs typeface="Arial"/>
              </a:defRPr>
            </a:lvl3pPr>
            <a:lvl4pPr>
              <a:defRPr sz="3600" b="1">
                <a:solidFill>
                  <a:srgbClr val="2F6B4F"/>
                </a:solidFill>
                <a:latin typeface="Arial"/>
                <a:ea typeface="Arial"/>
                <a:cs typeface="Arial"/>
              </a:defRPr>
            </a:lvl4pPr>
            <a:lvl5pPr>
              <a:defRPr sz="3600" b="1">
                <a:solidFill>
                  <a:srgbClr val="2F6B4F"/>
                </a:solidFill>
                <a:latin typeface="Arial"/>
                <a:ea typeface="Arial"/>
                <a:cs typeface="Arial"/>
              </a:defRPr>
            </a:lvl5pPr>
            <a:lvl6pPr>
              <a:defRPr sz="3600" b="1">
                <a:solidFill>
                  <a:srgbClr val="2F6B4F"/>
                </a:solidFill>
                <a:latin typeface="Arial"/>
                <a:ea typeface="Arial"/>
                <a:cs typeface="Arial"/>
              </a:defRPr>
            </a:lvl6pPr>
            <a:lvl7pPr>
              <a:defRPr sz="3600" b="1">
                <a:solidFill>
                  <a:srgbClr val="2F6B4F"/>
                </a:solidFill>
                <a:latin typeface="Arial"/>
                <a:ea typeface="Arial"/>
                <a:cs typeface="Arial"/>
              </a:defRPr>
            </a:lvl7pPr>
            <a:lvl8pPr>
              <a:defRPr sz="3600" b="1">
                <a:solidFill>
                  <a:srgbClr val="2F6B4F"/>
                </a:solidFill>
                <a:latin typeface="Arial"/>
                <a:ea typeface="Arial"/>
                <a:cs typeface="Arial"/>
              </a:defRPr>
            </a:lvl8pPr>
            <a:lvl9pPr>
              <a:defRPr sz="3600" b="1">
                <a:solidFill>
                  <a:srgbClr val="2F6B4F"/>
                </a:solidFill>
                <a:latin typeface="Arial"/>
                <a:ea typeface="Arial"/>
                <a:cs typeface="Arial"/>
              </a:defRPr>
            </a:lvl9pPr>
          </a:lstStyle>
          <a:p xmlns:a="http://schemas.openxmlformats.org/drawingml/2006/main">
            <a:pPr>
              <a:defRPr sz="3600" b="1">
                <a:solidFill>
                  <a:srgbClr val="2F6B4F"/>
                </a:solidFill>
                <a:latin typeface="Arial"/>
                <a:ea typeface="Arial"/>
                <a:cs typeface="Arial"/>
              </a:defRPr>
            </a:pPr>
            <a:r>
              <a:rPr sz="3600" b="1">
                <a:solidFill>
                  <a:srgbClr val="2F6B4F"/>
                </a:solidFill>
                <a:latin typeface="Arial"/>
                <a:ea typeface="Arial"/>
                <a:cs typeface="Arial"/>
              </a:rPr>
              <a:t>4 890 руб.</a:t>
            </a:r>
          </a:p>
        </p:txBody>
      </p:sp>
      <p:sp>
        <p:nvSpPr>
          <p:cNvPr id="7" name="">
            <a:extLst xmlns:a="http://schemas.openxmlformats.org/drawingml/2006/main">
              <a:ext uri="{FF2B5EF4-FFF2-40B4-BE49-F238E27FC236}">
                <a16:creationId xmlns:a16="http://schemas.microsoft.com/office/drawing/2014/main" id="{B4236A9B-EC63-474B-9BDB-F904D18C5DF1}"/>
              </a:ext>
            </a:extLst>
          </p:cNvPr>
          <p:cNvSpPr>
            <a:spLocks xmlns:a="http://schemas.openxmlformats.org/drawingml/2006/main" noGrp="1"/>
          </p:cNvSpPr>
          <p:nvPr/>
        </p:nvSpPr>
        <p:spPr>
          <a:xfrm xmlns:a="http://schemas.openxmlformats.org/drawingml/2006/main">
            <a:off x="5048250" y="5429250"/>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82C"/>
                </a:solidFill>
                <a:latin typeface="Arial"/>
                <a:ea typeface="Arial"/>
                <a:cs typeface="Arial"/>
              </a:defRPr>
            </a:defPPr>
            <a:lvl1pPr>
              <a:defRPr sz="1950" b="0">
                <a:solidFill>
                  <a:srgbClr val="20382C"/>
                </a:solidFill>
                <a:latin typeface="Arial"/>
                <a:ea typeface="Arial"/>
                <a:cs typeface="Arial"/>
              </a:defRPr>
            </a:lvl1pPr>
            <a:lvl2pPr>
              <a:defRPr sz="1950" b="0">
                <a:solidFill>
                  <a:srgbClr val="20382C"/>
                </a:solidFill>
                <a:latin typeface="Arial"/>
                <a:ea typeface="Arial"/>
                <a:cs typeface="Arial"/>
              </a:defRPr>
            </a:lvl2pPr>
            <a:lvl3pPr>
              <a:defRPr sz="1950" b="0">
                <a:solidFill>
                  <a:srgbClr val="20382C"/>
                </a:solidFill>
                <a:latin typeface="Arial"/>
                <a:ea typeface="Arial"/>
                <a:cs typeface="Arial"/>
              </a:defRPr>
            </a:lvl3pPr>
            <a:lvl4pPr>
              <a:defRPr sz="1950" b="0">
                <a:solidFill>
                  <a:srgbClr val="20382C"/>
                </a:solidFill>
                <a:latin typeface="Arial"/>
                <a:ea typeface="Arial"/>
                <a:cs typeface="Arial"/>
              </a:defRPr>
            </a:lvl4pPr>
            <a:lvl5pPr>
              <a:defRPr sz="1950" b="0">
                <a:solidFill>
                  <a:srgbClr val="20382C"/>
                </a:solidFill>
                <a:latin typeface="Arial"/>
                <a:ea typeface="Arial"/>
                <a:cs typeface="Arial"/>
              </a:defRPr>
            </a:lvl5pPr>
            <a:lvl6pPr>
              <a:defRPr sz="1950" b="0">
                <a:solidFill>
                  <a:srgbClr val="20382C"/>
                </a:solidFill>
                <a:latin typeface="Arial"/>
                <a:ea typeface="Arial"/>
                <a:cs typeface="Arial"/>
              </a:defRPr>
            </a:lvl6pPr>
            <a:lvl7pPr>
              <a:defRPr sz="1950" b="0">
                <a:solidFill>
                  <a:srgbClr val="20382C"/>
                </a:solidFill>
                <a:latin typeface="Arial"/>
                <a:ea typeface="Arial"/>
                <a:cs typeface="Arial"/>
              </a:defRPr>
            </a:lvl7pPr>
            <a:lvl8pPr>
              <a:defRPr sz="1950" b="0">
                <a:solidFill>
                  <a:srgbClr val="20382C"/>
                </a:solidFill>
                <a:latin typeface="Arial"/>
                <a:ea typeface="Arial"/>
                <a:cs typeface="Arial"/>
              </a:defRPr>
            </a:lvl8pPr>
            <a:lvl9pPr>
              <a:defRPr sz="1950" b="0">
                <a:solidFill>
                  <a:srgbClr val="20382C"/>
                </a:solidFill>
                <a:latin typeface="Arial"/>
                <a:ea typeface="Arial"/>
                <a:cs typeface="Arial"/>
              </a:defRPr>
            </a:lvl9pPr>
          </a:lstStyle>
          <a:p xmlns:a="http://schemas.openxmlformats.org/drawingml/2006/main">
            <a:pPr>
              <a:defRPr sz="1950" b="0">
                <a:solidFill>
                  <a:srgbClr val="20382C"/>
                </a:solidFill>
                <a:latin typeface="Arial"/>
                <a:ea typeface="Arial"/>
                <a:cs typeface="Arial"/>
              </a:defRPr>
            </a:pPr>
            <a:r>
              <a:rPr sz="1950" b="0">
                <a:solidFill>
                  <a:srgbClr val="20382C"/>
                </a:solidFill>
                <a:latin typeface="Arial"/>
                <a:ea typeface="Arial"/>
                <a:cs typeface="Arial"/>
              </a:rPr>
              <a:t>Сумма продажи по ценам 90, 360 и 280 руб. за единицу</a:t>
            </a:r>
          </a:p>
        </p:txBody>
      </p:sp>
    </p:spTree>
    <p:extLst>
      <p:ext uri="{BB962C8B-B14F-4D97-AF65-F5344CB8AC3E}">
        <p14:creationId xmlns:p14="http://schemas.microsoft.com/office/powerpoint/2010/main" val="1524321824"/>
      </p:ext>
    </p:extLst>
  </p:cSld>
</p:sld>
</file>

<file path=ppt/slides/slide6.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DAE328-DD0F-41FA-942D-FC35B1B443F8}"/>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Отчёты и контроль результата</a:t>
            </a:r>
          </a:p>
        </p:txBody>
      </p:sp>
      <p:sp>
        <p:nvSpPr>
          <p:cNvPr id="2" name="">
            <a:extLst xmlns:a="http://schemas.openxmlformats.org/drawingml/2006/main">
              <a:ext uri="{FF2B5EF4-FFF2-40B4-BE49-F238E27FC236}">
                <a16:creationId xmlns:a16="http://schemas.microsoft.com/office/drawing/2014/main" id="{21F0109C-8077-4777-AA10-FB3064DE226B}"/>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E788DE3E-4F0B-45FA-9730-C995D2E6F5B3}"/>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6 / 11</a:t>
            </a:r>
          </a:p>
        </p:txBody>
      </p:sp>
      <p:pic>
        <p:nvPicPr>
          <p:cNvPr id="4" name="">
            <a:extLst xmlns:a="http://schemas.openxmlformats.org/drawingml/2006/main">
              <a:ext uri="{FF2B5EF4-FFF2-40B4-BE49-F238E27FC236}">
                <a16:creationId xmlns:a16="http://schemas.microsoft.com/office/drawing/2014/main" id="{342BDD5B-CA2D-437E-BCE9-B2AE4AA49A07}"/>
              </a:ext>
            </a:extLst>
          </p:cNvPr>
          <p:cNvPicPr>
            <a:picLocks xmlns:a="http://schemas.openxmlformats.org/drawingml/2006/main" noChangeAspect="1"/>
          </p:cNvPicPr>
          <p:nvPr/>
        </p:nvPicPr>
        <p:blipFill>
          <a:blip xmlns:r="http://schemas.openxmlformats.org/officeDocument/2006/relationships" xmlns:a="http://schemas.openxmlformats.org/drawingml/2006/main" r:embed="R11b630b1caad420b"/>
          <a:srcRect xmlns:a="http://schemas.openxmlformats.org/drawingml/2006/main" l="0" t="59000" r="7500" b="18000"/>
          <a:stretch xmlns:a="http://schemas.openxmlformats.org/drawingml/2006/main"/>
        </p:blipFill>
        <p:spPr>
          <a:xfrm xmlns:a="http://schemas.openxmlformats.org/drawingml/2006/main">
            <a:off x="714375" y="2095500"/>
            <a:ext cx="10715625" cy="117443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EAE3E6-A49C-4AAD-B974-075ACBE82D86}"/>
              </a:ext>
            </a:extLst>
          </p:cNvPr>
          <p:cNvSpPr>
            <a:spLocks xmlns:a="http://schemas.openxmlformats.org/drawingml/2006/main" noGrp="1"/>
          </p:cNvSpPr>
          <p:nvPr/>
        </p:nvSpPr>
        <p:spPr>
          <a:xfrm xmlns:a="http://schemas.openxmlformats.org/drawingml/2006/main">
            <a:off x="714375" y="438150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F6B4F"/>
                </a:solidFill>
                <a:latin typeface="Arial"/>
                <a:ea typeface="Arial"/>
                <a:cs typeface="Arial"/>
              </a:defRPr>
            </a:defPPr>
            <a:lvl1pPr>
              <a:defRPr sz="2325" b="1">
                <a:solidFill>
                  <a:srgbClr val="2F6B4F"/>
                </a:solidFill>
                <a:latin typeface="Arial"/>
                <a:ea typeface="Arial"/>
                <a:cs typeface="Arial"/>
              </a:defRPr>
            </a:lvl1pPr>
            <a:lvl2pPr>
              <a:defRPr sz="2325" b="1">
                <a:solidFill>
                  <a:srgbClr val="2F6B4F"/>
                </a:solidFill>
                <a:latin typeface="Arial"/>
                <a:ea typeface="Arial"/>
                <a:cs typeface="Arial"/>
              </a:defRPr>
            </a:lvl2pPr>
            <a:lvl3pPr>
              <a:defRPr sz="2325" b="1">
                <a:solidFill>
                  <a:srgbClr val="2F6B4F"/>
                </a:solidFill>
                <a:latin typeface="Arial"/>
                <a:ea typeface="Arial"/>
                <a:cs typeface="Arial"/>
              </a:defRPr>
            </a:lvl3pPr>
            <a:lvl4pPr>
              <a:defRPr sz="2325" b="1">
                <a:solidFill>
                  <a:srgbClr val="2F6B4F"/>
                </a:solidFill>
                <a:latin typeface="Arial"/>
                <a:ea typeface="Arial"/>
                <a:cs typeface="Arial"/>
              </a:defRPr>
            </a:lvl4pPr>
            <a:lvl5pPr>
              <a:defRPr sz="2325" b="1">
                <a:solidFill>
                  <a:srgbClr val="2F6B4F"/>
                </a:solidFill>
                <a:latin typeface="Arial"/>
                <a:ea typeface="Arial"/>
                <a:cs typeface="Arial"/>
              </a:defRPr>
            </a:lvl5pPr>
            <a:lvl6pPr>
              <a:defRPr sz="2325" b="1">
                <a:solidFill>
                  <a:srgbClr val="2F6B4F"/>
                </a:solidFill>
                <a:latin typeface="Arial"/>
                <a:ea typeface="Arial"/>
                <a:cs typeface="Arial"/>
              </a:defRPr>
            </a:lvl6pPr>
            <a:lvl7pPr>
              <a:defRPr sz="2325" b="1">
                <a:solidFill>
                  <a:srgbClr val="2F6B4F"/>
                </a:solidFill>
                <a:latin typeface="Arial"/>
                <a:ea typeface="Arial"/>
                <a:cs typeface="Arial"/>
              </a:defRPr>
            </a:lvl7pPr>
            <a:lvl8pPr>
              <a:defRPr sz="2325" b="1">
                <a:solidFill>
                  <a:srgbClr val="2F6B4F"/>
                </a:solidFill>
                <a:latin typeface="Arial"/>
                <a:ea typeface="Arial"/>
                <a:cs typeface="Arial"/>
              </a:defRPr>
            </a:lvl8pPr>
            <a:lvl9pPr>
              <a:defRPr sz="2325" b="1">
                <a:solidFill>
                  <a:srgbClr val="2F6B4F"/>
                </a:solidFill>
                <a:latin typeface="Arial"/>
                <a:ea typeface="Arial"/>
                <a:cs typeface="Arial"/>
              </a:defRPr>
            </a:lvl9pPr>
          </a:lstStyle>
          <a:p xmlns:a="http://schemas.openxmlformats.org/drawingml/2006/main">
            <a:pPr>
              <a:defRPr sz="2325" b="1">
                <a:solidFill>
                  <a:srgbClr val="2F6B4F"/>
                </a:solidFill>
                <a:latin typeface="Arial"/>
                <a:ea typeface="Arial"/>
                <a:cs typeface="Arial"/>
              </a:defRPr>
            </a:pPr>
            <a:r>
              <a:rPr sz="2325" b="1">
                <a:solidFill>
                  <a:srgbClr val="2F6B4F"/>
                </a:solidFill>
                <a:latin typeface="Arial"/>
                <a:ea typeface="Arial"/>
                <a:cs typeface="Arial"/>
              </a:rPr>
              <a:t>Остатки продукции</a:t>
            </a:r>
          </a:p>
        </p:txBody>
      </p:sp>
      <p:sp>
        <p:nvSpPr>
          <p:cNvPr id="6" name="">
            <a:extLst xmlns:a="http://schemas.openxmlformats.org/drawingml/2006/main">
              <a:ext uri="{FF2B5EF4-FFF2-40B4-BE49-F238E27FC236}">
                <a16:creationId xmlns:a16="http://schemas.microsoft.com/office/drawing/2014/main" id="{00D91DFE-32DA-4E20-A318-AEB96E59D2F8}"/>
              </a:ext>
            </a:extLst>
          </p:cNvPr>
          <p:cNvSpPr>
            <a:spLocks xmlns:a="http://schemas.openxmlformats.org/drawingml/2006/main" noGrp="1"/>
          </p:cNvSpPr>
          <p:nvPr/>
        </p:nvSpPr>
        <p:spPr>
          <a:xfrm xmlns:a="http://schemas.openxmlformats.org/drawingml/2006/main">
            <a:off x="714375" y="4972050"/>
            <a:ext cx="5000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82C"/>
                </a:solidFill>
                <a:latin typeface="Arial"/>
                <a:ea typeface="Arial"/>
                <a:cs typeface="Arial"/>
              </a:defRPr>
            </a:defPPr>
            <a:lvl1pPr>
              <a:defRPr sz="2025" b="0">
                <a:solidFill>
                  <a:srgbClr val="20382C"/>
                </a:solidFill>
                <a:latin typeface="Arial"/>
                <a:ea typeface="Arial"/>
                <a:cs typeface="Arial"/>
              </a:defRPr>
            </a:lvl1pPr>
            <a:lvl2pPr>
              <a:defRPr sz="2025" b="0">
                <a:solidFill>
                  <a:srgbClr val="20382C"/>
                </a:solidFill>
                <a:latin typeface="Arial"/>
                <a:ea typeface="Arial"/>
                <a:cs typeface="Arial"/>
              </a:defRPr>
            </a:lvl2pPr>
            <a:lvl3pPr>
              <a:defRPr sz="2025" b="0">
                <a:solidFill>
                  <a:srgbClr val="20382C"/>
                </a:solidFill>
                <a:latin typeface="Arial"/>
                <a:ea typeface="Arial"/>
                <a:cs typeface="Arial"/>
              </a:defRPr>
            </a:lvl3pPr>
            <a:lvl4pPr>
              <a:defRPr sz="2025" b="0">
                <a:solidFill>
                  <a:srgbClr val="20382C"/>
                </a:solidFill>
                <a:latin typeface="Arial"/>
                <a:ea typeface="Arial"/>
                <a:cs typeface="Arial"/>
              </a:defRPr>
            </a:lvl4pPr>
            <a:lvl5pPr>
              <a:defRPr sz="2025" b="0">
                <a:solidFill>
                  <a:srgbClr val="20382C"/>
                </a:solidFill>
                <a:latin typeface="Arial"/>
                <a:ea typeface="Arial"/>
                <a:cs typeface="Arial"/>
              </a:defRPr>
            </a:lvl5pPr>
            <a:lvl6pPr>
              <a:defRPr sz="2025" b="0">
                <a:solidFill>
                  <a:srgbClr val="20382C"/>
                </a:solidFill>
                <a:latin typeface="Arial"/>
                <a:ea typeface="Arial"/>
                <a:cs typeface="Arial"/>
              </a:defRPr>
            </a:lvl6pPr>
            <a:lvl7pPr>
              <a:defRPr sz="2025" b="0">
                <a:solidFill>
                  <a:srgbClr val="20382C"/>
                </a:solidFill>
                <a:latin typeface="Arial"/>
                <a:ea typeface="Arial"/>
                <a:cs typeface="Arial"/>
              </a:defRPr>
            </a:lvl7pPr>
            <a:lvl8pPr>
              <a:defRPr sz="2025" b="0">
                <a:solidFill>
                  <a:srgbClr val="20382C"/>
                </a:solidFill>
                <a:latin typeface="Arial"/>
                <a:ea typeface="Arial"/>
                <a:cs typeface="Arial"/>
              </a:defRPr>
            </a:lvl8pPr>
            <a:lvl9pPr>
              <a:defRPr sz="2025" b="0">
                <a:solidFill>
                  <a:srgbClr val="20382C"/>
                </a:solidFill>
                <a:latin typeface="Arial"/>
                <a:ea typeface="Arial"/>
                <a:cs typeface="Arial"/>
              </a:defRPr>
            </a:lvl9pPr>
          </a:lstStyle>
          <a:p xmlns:a="http://schemas.openxmlformats.org/drawingml/2006/main">
            <a:pPr>
              <a:defRPr sz="2025" b="0">
                <a:solidFill>
                  <a:srgbClr val="20382C"/>
                </a:solidFill>
                <a:latin typeface="Arial"/>
                <a:ea typeface="Arial"/>
                <a:cs typeface="Arial"/>
              </a:defRPr>
            </a:pPr>
            <a:r>
              <a:rPr sz="2025" b="0">
                <a:solidFill>
                  <a:srgbClr val="20382C"/>
                </a:solidFill>
                <a:latin typeface="Arial"/>
                <a:ea typeface="Arial"/>
                <a:cs typeface="Arial"/>
              </a:rPr>
              <a:t>Количество по организации, складу и товару. В версии 1.2.0 отдельно видны резерв и свободный остаток.</a:t>
            </a:r>
          </a:p>
        </p:txBody>
      </p:sp>
      <p:sp>
        <p:nvSpPr>
          <p:cNvPr id="7" name="">
            <a:extLst xmlns:a="http://schemas.openxmlformats.org/drawingml/2006/main">
              <a:ext uri="{FF2B5EF4-FFF2-40B4-BE49-F238E27FC236}">
                <a16:creationId xmlns:a16="http://schemas.microsoft.com/office/drawing/2014/main" id="{3AE89943-5448-4DAB-B561-358498D3FFFB}"/>
              </a:ext>
            </a:extLst>
          </p:cNvPr>
          <p:cNvSpPr>
            <a:spLocks xmlns:a="http://schemas.openxmlformats.org/drawingml/2006/main" noGrp="1"/>
          </p:cNvSpPr>
          <p:nvPr/>
        </p:nvSpPr>
        <p:spPr>
          <a:xfrm xmlns:a="http://schemas.openxmlformats.org/drawingml/2006/main">
            <a:off x="6429375" y="438150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F6B4F"/>
                </a:solidFill>
                <a:latin typeface="Arial"/>
                <a:ea typeface="Arial"/>
                <a:cs typeface="Arial"/>
              </a:defRPr>
            </a:defPPr>
            <a:lvl1pPr>
              <a:defRPr sz="2325" b="1">
                <a:solidFill>
                  <a:srgbClr val="2F6B4F"/>
                </a:solidFill>
                <a:latin typeface="Arial"/>
                <a:ea typeface="Arial"/>
                <a:cs typeface="Arial"/>
              </a:defRPr>
            </a:lvl1pPr>
            <a:lvl2pPr>
              <a:defRPr sz="2325" b="1">
                <a:solidFill>
                  <a:srgbClr val="2F6B4F"/>
                </a:solidFill>
                <a:latin typeface="Arial"/>
                <a:ea typeface="Arial"/>
                <a:cs typeface="Arial"/>
              </a:defRPr>
            </a:lvl2pPr>
            <a:lvl3pPr>
              <a:defRPr sz="2325" b="1">
                <a:solidFill>
                  <a:srgbClr val="2F6B4F"/>
                </a:solidFill>
                <a:latin typeface="Arial"/>
                <a:ea typeface="Arial"/>
                <a:cs typeface="Arial"/>
              </a:defRPr>
            </a:lvl3pPr>
            <a:lvl4pPr>
              <a:defRPr sz="2325" b="1">
                <a:solidFill>
                  <a:srgbClr val="2F6B4F"/>
                </a:solidFill>
                <a:latin typeface="Arial"/>
                <a:ea typeface="Arial"/>
                <a:cs typeface="Arial"/>
              </a:defRPr>
            </a:lvl4pPr>
            <a:lvl5pPr>
              <a:defRPr sz="2325" b="1">
                <a:solidFill>
                  <a:srgbClr val="2F6B4F"/>
                </a:solidFill>
                <a:latin typeface="Arial"/>
                <a:ea typeface="Arial"/>
                <a:cs typeface="Arial"/>
              </a:defRPr>
            </a:lvl5pPr>
            <a:lvl6pPr>
              <a:defRPr sz="2325" b="1">
                <a:solidFill>
                  <a:srgbClr val="2F6B4F"/>
                </a:solidFill>
                <a:latin typeface="Arial"/>
                <a:ea typeface="Arial"/>
                <a:cs typeface="Arial"/>
              </a:defRPr>
            </a:lvl6pPr>
            <a:lvl7pPr>
              <a:defRPr sz="2325" b="1">
                <a:solidFill>
                  <a:srgbClr val="2F6B4F"/>
                </a:solidFill>
                <a:latin typeface="Arial"/>
                <a:ea typeface="Arial"/>
                <a:cs typeface="Arial"/>
              </a:defRPr>
            </a:lvl7pPr>
            <a:lvl8pPr>
              <a:defRPr sz="2325" b="1">
                <a:solidFill>
                  <a:srgbClr val="2F6B4F"/>
                </a:solidFill>
                <a:latin typeface="Arial"/>
                <a:ea typeface="Arial"/>
                <a:cs typeface="Arial"/>
              </a:defRPr>
            </a:lvl8pPr>
            <a:lvl9pPr>
              <a:defRPr sz="2325" b="1">
                <a:solidFill>
                  <a:srgbClr val="2F6B4F"/>
                </a:solidFill>
                <a:latin typeface="Arial"/>
                <a:ea typeface="Arial"/>
                <a:cs typeface="Arial"/>
              </a:defRPr>
            </a:lvl9pPr>
          </a:lstStyle>
          <a:p xmlns:a="http://schemas.openxmlformats.org/drawingml/2006/main">
            <a:pPr>
              <a:defRPr sz="2325" b="1">
                <a:solidFill>
                  <a:srgbClr val="2F6B4F"/>
                </a:solidFill>
                <a:latin typeface="Arial"/>
                <a:ea typeface="Arial"/>
                <a:cs typeface="Arial"/>
              </a:defRPr>
            </a:pPr>
            <a:r>
              <a:rPr sz="2325" b="1">
                <a:solidFill>
                  <a:srgbClr val="2F6B4F"/>
                </a:solidFill>
                <a:latin typeface="Arial"/>
                <a:ea typeface="Arial"/>
                <a:cs typeface="Arial"/>
              </a:rPr>
              <a:t>Продажи за период</a:t>
            </a:r>
          </a:p>
        </p:txBody>
      </p:sp>
      <p:sp>
        <p:nvSpPr>
          <p:cNvPr id="8" name="">
            <a:extLst xmlns:a="http://schemas.openxmlformats.org/drawingml/2006/main">
              <a:ext uri="{FF2B5EF4-FFF2-40B4-BE49-F238E27FC236}">
                <a16:creationId xmlns:a16="http://schemas.microsoft.com/office/drawing/2014/main" id="{216DA833-33F3-498E-8C62-8ABB79D2A009}"/>
              </a:ext>
            </a:extLst>
          </p:cNvPr>
          <p:cNvSpPr>
            <a:spLocks xmlns:a="http://schemas.openxmlformats.org/drawingml/2006/main" noGrp="1"/>
          </p:cNvSpPr>
          <p:nvPr/>
        </p:nvSpPr>
        <p:spPr>
          <a:xfrm xmlns:a="http://schemas.openxmlformats.org/drawingml/2006/main">
            <a:off x="6429375" y="4972050"/>
            <a:ext cx="5000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82C"/>
                </a:solidFill>
                <a:latin typeface="Arial"/>
                <a:ea typeface="Arial"/>
                <a:cs typeface="Arial"/>
              </a:defRPr>
            </a:defPPr>
            <a:lvl1pPr>
              <a:defRPr sz="2025" b="0">
                <a:solidFill>
                  <a:srgbClr val="20382C"/>
                </a:solidFill>
                <a:latin typeface="Arial"/>
                <a:ea typeface="Arial"/>
                <a:cs typeface="Arial"/>
              </a:defRPr>
            </a:lvl1pPr>
            <a:lvl2pPr>
              <a:defRPr sz="2025" b="0">
                <a:solidFill>
                  <a:srgbClr val="20382C"/>
                </a:solidFill>
                <a:latin typeface="Arial"/>
                <a:ea typeface="Arial"/>
                <a:cs typeface="Arial"/>
              </a:defRPr>
            </a:lvl2pPr>
            <a:lvl3pPr>
              <a:defRPr sz="2025" b="0">
                <a:solidFill>
                  <a:srgbClr val="20382C"/>
                </a:solidFill>
                <a:latin typeface="Arial"/>
                <a:ea typeface="Arial"/>
                <a:cs typeface="Arial"/>
              </a:defRPr>
            </a:lvl3pPr>
            <a:lvl4pPr>
              <a:defRPr sz="2025" b="0">
                <a:solidFill>
                  <a:srgbClr val="20382C"/>
                </a:solidFill>
                <a:latin typeface="Arial"/>
                <a:ea typeface="Arial"/>
                <a:cs typeface="Arial"/>
              </a:defRPr>
            </a:lvl4pPr>
            <a:lvl5pPr>
              <a:defRPr sz="2025" b="0">
                <a:solidFill>
                  <a:srgbClr val="20382C"/>
                </a:solidFill>
                <a:latin typeface="Arial"/>
                <a:ea typeface="Arial"/>
                <a:cs typeface="Arial"/>
              </a:defRPr>
            </a:lvl5pPr>
            <a:lvl6pPr>
              <a:defRPr sz="2025" b="0">
                <a:solidFill>
                  <a:srgbClr val="20382C"/>
                </a:solidFill>
                <a:latin typeface="Arial"/>
                <a:ea typeface="Arial"/>
                <a:cs typeface="Arial"/>
              </a:defRPr>
            </a:lvl6pPr>
            <a:lvl7pPr>
              <a:defRPr sz="2025" b="0">
                <a:solidFill>
                  <a:srgbClr val="20382C"/>
                </a:solidFill>
                <a:latin typeface="Arial"/>
                <a:ea typeface="Arial"/>
                <a:cs typeface="Arial"/>
              </a:defRPr>
            </a:lvl7pPr>
            <a:lvl8pPr>
              <a:defRPr sz="2025" b="0">
                <a:solidFill>
                  <a:srgbClr val="20382C"/>
                </a:solidFill>
                <a:latin typeface="Arial"/>
                <a:ea typeface="Arial"/>
                <a:cs typeface="Arial"/>
              </a:defRPr>
            </a:lvl8pPr>
            <a:lvl9pPr>
              <a:defRPr sz="2025" b="0">
                <a:solidFill>
                  <a:srgbClr val="20382C"/>
                </a:solidFill>
                <a:latin typeface="Arial"/>
                <a:ea typeface="Arial"/>
                <a:cs typeface="Arial"/>
              </a:defRPr>
            </a:lvl9pPr>
          </a:lstStyle>
          <a:p xmlns:a="http://schemas.openxmlformats.org/drawingml/2006/main">
            <a:pPr>
              <a:defRPr sz="2025" b="0">
                <a:solidFill>
                  <a:srgbClr val="20382C"/>
                </a:solidFill>
                <a:latin typeface="Arial"/>
                <a:ea typeface="Arial"/>
                <a:cs typeface="Arial"/>
              </a:defRPr>
            </a:pPr>
            <a:r>
              <a:rPr sz="2025" b="0">
                <a:solidFill>
                  <a:srgbClr val="20382C"/>
                </a:solidFill>
                <a:latin typeface="Arial"/>
                <a:ea typeface="Arial"/>
                <a:cs typeface="Arial"/>
              </a:rPr>
              <a:t>Количество и сумма продаж с отбором по организации и складу.</a:t>
            </a:r>
          </a:p>
        </p:txBody>
      </p:sp>
      <p:sp>
        <p:nvSpPr>
          <p:cNvPr id="9" name="">
            <a:extLst xmlns:a="http://schemas.openxmlformats.org/drawingml/2006/main">
              <a:ext uri="{FF2B5EF4-FFF2-40B4-BE49-F238E27FC236}">
                <a16:creationId xmlns:a16="http://schemas.microsoft.com/office/drawing/2014/main" id="{A534EADE-4FF9-4A11-BE22-DE7A196AA513}"/>
              </a:ext>
            </a:extLst>
          </p:cNvPr>
          <p:cNvSpPr>
            <a:spLocks xmlns:a="http://schemas.openxmlformats.org/drawingml/2006/main" noGrp="1"/>
          </p:cNvSpPr>
          <p:nvPr/>
        </p:nvSpPr>
        <p:spPr>
          <a:xfrm xmlns:a="http://schemas.openxmlformats.org/drawingml/2006/main">
            <a:off x="714375" y="5953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F6D63"/>
                </a:solidFill>
                <a:latin typeface="Arial"/>
                <a:ea typeface="Arial"/>
                <a:cs typeface="Arial"/>
              </a:defRPr>
            </a:defPPr>
            <a:lvl1pPr>
              <a:defRPr sz="1350" b="0">
                <a:solidFill>
                  <a:srgbClr val="5F6D63"/>
                </a:solidFill>
                <a:latin typeface="Arial"/>
                <a:ea typeface="Arial"/>
                <a:cs typeface="Arial"/>
              </a:defRPr>
            </a:lvl1pPr>
            <a:lvl2pPr>
              <a:defRPr sz="1350" b="0">
                <a:solidFill>
                  <a:srgbClr val="5F6D63"/>
                </a:solidFill>
                <a:latin typeface="Arial"/>
                <a:ea typeface="Arial"/>
                <a:cs typeface="Arial"/>
              </a:defRPr>
            </a:lvl2pPr>
            <a:lvl3pPr>
              <a:defRPr sz="1350" b="0">
                <a:solidFill>
                  <a:srgbClr val="5F6D63"/>
                </a:solidFill>
                <a:latin typeface="Arial"/>
                <a:ea typeface="Arial"/>
                <a:cs typeface="Arial"/>
              </a:defRPr>
            </a:lvl3pPr>
            <a:lvl4pPr>
              <a:defRPr sz="1350" b="0">
                <a:solidFill>
                  <a:srgbClr val="5F6D63"/>
                </a:solidFill>
                <a:latin typeface="Arial"/>
                <a:ea typeface="Arial"/>
                <a:cs typeface="Arial"/>
              </a:defRPr>
            </a:lvl4pPr>
            <a:lvl5pPr>
              <a:defRPr sz="1350" b="0">
                <a:solidFill>
                  <a:srgbClr val="5F6D63"/>
                </a:solidFill>
                <a:latin typeface="Arial"/>
                <a:ea typeface="Arial"/>
                <a:cs typeface="Arial"/>
              </a:defRPr>
            </a:lvl5pPr>
            <a:lvl6pPr>
              <a:defRPr sz="1350" b="0">
                <a:solidFill>
                  <a:srgbClr val="5F6D63"/>
                </a:solidFill>
                <a:latin typeface="Arial"/>
                <a:ea typeface="Arial"/>
                <a:cs typeface="Arial"/>
              </a:defRPr>
            </a:lvl6pPr>
            <a:lvl7pPr>
              <a:defRPr sz="1350" b="0">
                <a:solidFill>
                  <a:srgbClr val="5F6D63"/>
                </a:solidFill>
                <a:latin typeface="Arial"/>
                <a:ea typeface="Arial"/>
                <a:cs typeface="Arial"/>
              </a:defRPr>
            </a:lvl7pPr>
            <a:lvl8pPr>
              <a:defRPr sz="1350" b="0">
                <a:solidFill>
                  <a:srgbClr val="5F6D63"/>
                </a:solidFill>
                <a:latin typeface="Arial"/>
                <a:ea typeface="Arial"/>
                <a:cs typeface="Arial"/>
              </a:defRPr>
            </a:lvl8pPr>
            <a:lvl9pPr>
              <a:defRPr sz="1350" b="0">
                <a:solidFill>
                  <a:srgbClr val="5F6D63"/>
                </a:solidFill>
                <a:latin typeface="Arial"/>
                <a:ea typeface="Arial"/>
                <a:cs typeface="Arial"/>
              </a:defRPr>
            </a:lvl9pPr>
          </a:lstStyle>
          <a:p xmlns:a="http://schemas.openxmlformats.org/drawingml/2006/main">
            <a:pPr>
              <a:defRPr sz="1350" b="0">
                <a:solidFill>
                  <a:srgbClr val="5F6D63"/>
                </a:solidFill>
                <a:latin typeface="Arial"/>
                <a:ea typeface="Arial"/>
                <a:cs typeface="Arial"/>
              </a:defRPr>
            </a:pPr>
            <a:r>
              <a:rPr sz="1350" b="0">
                <a:solidFill>
                  <a:srgbClr val="5F6D63"/>
                </a:solidFill>
                <a:latin typeface="Arial"/>
                <a:ea typeface="Arial"/>
                <a:cs typeface="Arial"/>
              </a:rPr>
              <a:t>Снимок ранней версии иллюстрирует складские количества контрольного примера.</a:t>
            </a:r>
          </a:p>
        </p:txBody>
      </p:sp>
    </p:spTree>
    <p:extLst>
      <p:ext uri="{BB962C8B-B14F-4D97-AF65-F5344CB8AC3E}">
        <p14:creationId xmlns:p14="http://schemas.microsoft.com/office/powerpoint/2010/main" val="940945114"/>
      </p:ext>
    </p:extLst>
  </p:cSld>
</p:sld>
</file>

<file path=ppt/slides/slide7.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CC6B23-FB5E-40E2-8923-6313C536321F}"/>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Бронирование для покупателя</a:t>
            </a:r>
          </a:p>
        </p:txBody>
      </p:sp>
      <p:sp>
        <p:nvSpPr>
          <p:cNvPr id="2" name="">
            <a:extLst xmlns:a="http://schemas.openxmlformats.org/drawingml/2006/main">
              <a:ext uri="{FF2B5EF4-FFF2-40B4-BE49-F238E27FC236}">
                <a16:creationId xmlns:a16="http://schemas.microsoft.com/office/drawing/2014/main" id="{FC2CD94B-79AB-482D-9969-0E2E6D7158F3}"/>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F69D52A5-5C8C-44C2-9780-91AA2A7EB6EA}"/>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7 / 11</a:t>
            </a:r>
          </a:p>
        </p:txBody>
      </p:sp>
      <p:sp>
        <p:nvSpPr>
          <p:cNvPr id="4" name="">
            <a:extLst xmlns:a="http://schemas.openxmlformats.org/drawingml/2006/main">
              <a:ext uri="{FF2B5EF4-FFF2-40B4-BE49-F238E27FC236}">
                <a16:creationId xmlns:a16="http://schemas.microsoft.com/office/drawing/2014/main" id="{F7ACA4AD-B8CC-476A-A6FE-AFE87A78275A}"/>
              </a:ext>
            </a:extLst>
          </p:cNvPr>
          <p:cNvSpPr>
            <a:spLocks xmlns:a="http://schemas.openxmlformats.org/drawingml/2006/main" noGrp="1"/>
          </p:cNvSpPr>
          <p:nvPr/>
        </p:nvSpPr>
        <p:spPr>
          <a:xfrm xmlns:a="http://schemas.openxmlformats.org/drawingml/2006/main">
            <a:off x="714375" y="157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82C"/>
                </a:solidFill>
                <a:latin typeface="Arial"/>
                <a:ea typeface="Arial"/>
                <a:cs typeface="Arial"/>
              </a:defRPr>
            </a:defPPr>
            <a:lvl1pPr>
              <a:defRPr sz="2250" b="0">
                <a:solidFill>
                  <a:srgbClr val="20382C"/>
                </a:solidFill>
                <a:latin typeface="Arial"/>
                <a:ea typeface="Arial"/>
                <a:cs typeface="Arial"/>
              </a:defRPr>
            </a:lvl1pPr>
            <a:lvl2pPr>
              <a:defRPr sz="2250" b="0">
                <a:solidFill>
                  <a:srgbClr val="20382C"/>
                </a:solidFill>
                <a:latin typeface="Arial"/>
                <a:ea typeface="Arial"/>
                <a:cs typeface="Arial"/>
              </a:defRPr>
            </a:lvl2pPr>
            <a:lvl3pPr>
              <a:defRPr sz="2250" b="0">
                <a:solidFill>
                  <a:srgbClr val="20382C"/>
                </a:solidFill>
                <a:latin typeface="Arial"/>
                <a:ea typeface="Arial"/>
                <a:cs typeface="Arial"/>
              </a:defRPr>
            </a:lvl3pPr>
            <a:lvl4pPr>
              <a:defRPr sz="2250" b="0">
                <a:solidFill>
                  <a:srgbClr val="20382C"/>
                </a:solidFill>
                <a:latin typeface="Arial"/>
                <a:ea typeface="Arial"/>
                <a:cs typeface="Arial"/>
              </a:defRPr>
            </a:lvl4pPr>
            <a:lvl5pPr>
              <a:defRPr sz="2250" b="0">
                <a:solidFill>
                  <a:srgbClr val="20382C"/>
                </a:solidFill>
                <a:latin typeface="Arial"/>
                <a:ea typeface="Arial"/>
                <a:cs typeface="Arial"/>
              </a:defRPr>
            </a:lvl5pPr>
            <a:lvl6pPr>
              <a:defRPr sz="2250" b="0">
                <a:solidFill>
                  <a:srgbClr val="20382C"/>
                </a:solidFill>
                <a:latin typeface="Arial"/>
                <a:ea typeface="Arial"/>
                <a:cs typeface="Arial"/>
              </a:defRPr>
            </a:lvl6pPr>
            <a:lvl7pPr>
              <a:defRPr sz="2250" b="0">
                <a:solidFill>
                  <a:srgbClr val="20382C"/>
                </a:solidFill>
                <a:latin typeface="Arial"/>
                <a:ea typeface="Arial"/>
                <a:cs typeface="Arial"/>
              </a:defRPr>
            </a:lvl7pPr>
            <a:lvl8pPr>
              <a:defRPr sz="2250" b="0">
                <a:solidFill>
                  <a:srgbClr val="20382C"/>
                </a:solidFill>
                <a:latin typeface="Arial"/>
                <a:ea typeface="Arial"/>
                <a:cs typeface="Arial"/>
              </a:defRPr>
            </a:lvl8pPr>
            <a:lvl9pPr>
              <a:defRPr sz="2250" b="0">
                <a:solidFill>
                  <a:srgbClr val="20382C"/>
                </a:solidFill>
                <a:latin typeface="Arial"/>
                <a:ea typeface="Arial"/>
                <a:cs typeface="Arial"/>
              </a:defRPr>
            </a:lvl9pPr>
          </a:lstStyle>
          <a:p xmlns:a="http://schemas.openxmlformats.org/drawingml/2006/main">
            <a:pPr>
              <a:defRPr sz="2250" b="0">
                <a:solidFill>
                  <a:srgbClr val="20382C"/>
                </a:solidFill>
                <a:latin typeface="Arial"/>
                <a:ea typeface="Arial"/>
                <a:cs typeface="Arial"/>
              </a:defRPr>
            </a:pPr>
            <a:r>
              <a:rPr sz="2250" b="0">
                <a:solidFill>
                  <a:srgbClr val="20382C"/>
                </a:solidFill>
                <a:latin typeface="Arial"/>
                <a:ea typeface="Arial"/>
                <a:cs typeface="Arial"/>
              </a:rPr>
              <a:t>Проведённая бронь исключает товар из свободных остатков.</a:t>
            </a:r>
          </a:p>
        </p:txBody>
      </p:sp>
      <p:graphicFrame>
        <p:nvGraphicFramePr>
          <p:cNvPr id="5" name="">
            <a:extLst xmlns:a="http://schemas.openxmlformats.org/drawingml/2006/main">
              <a:ext uri="{FF2B5EF4-FFF2-40B4-BE49-F238E27FC236}">
                <a16:creationId xmlns:a16="http://schemas.microsoft.com/office/drawing/2014/main" id="{AE759A44-04FB-46E1-A35C-D032D7C22AAB}"/>
              </a:ext>
            </a:extLst>
          </p:cNvPr>
          <p:cNvGraphicFramePr/>
          <p:nvPr/>
        </p:nvGraphicFramePr>
        <p:xfrm>
          <a:off xmlns:a="http://schemas.openxmlformats.org/drawingml/2006/main" x="714375" y="2571750"/>
          <a:ext xmlns:a="http://schemas.openxmlformats.org/drawingml/2006/main" cx="10715625" cy="2190750"/>
        </p:xfrm>
        <a:graphic xmlns:a="http://schemas.openxmlformats.org/drawingml/2006/main">
          <a:graphicData uri="http://schemas.openxmlformats.org/drawingml/2006/table">
            <a:tbl>
              <a:tblPr/>
              <a:tblGrid>
                <a:gridCol w="4143375"/>
                <a:gridCol w="2190750"/>
                <a:gridCol w="2190750"/>
                <a:gridCol w="2190750"/>
              </a:tblGrid>
              <a:tr h="730250">
                <a:tc>
                  <a:txBody>
                    <a:bodyPr/>
                    <a:lstStyle/>
                    <a:p>
                      <a:r>
                        <a:rPr sz="1950" b="1">
                          <a:solidFill>
                            <a:srgbClr val="FFFFFF"/>
                          </a:solidFill>
                          <a:latin typeface="Arial"/>
                          <a:ea typeface="Arial"/>
                          <a:cs typeface="Arial"/>
                        </a:rPr>
                        <a:t>Молоко, л</a:t>
                      </a:r>
                    </a:p>
                  </a:txBody>
                  <a:tcPr marL="91440" marR="91440" marT="45720" marB="45720">
                    <a:lnL w="9525">
                      <a:solidFill>
                        <a:srgbClr val="CED8D0"/>
                      </a:solidFill>
                      <a:prstDash val="solid"/>
                    </a:lnL>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На складе</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В резерве</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Свободно</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r>
              <a:tr h="730250">
                <a:tc>
                  <a:txBody>
                    <a:bodyPr/>
                    <a:lstStyle/>
                    <a:p>
                      <a:r>
                        <a:rPr sz="1950" b="0">
                          <a:solidFill>
                            <a:srgbClr val="20382C"/>
                          </a:solidFill>
                          <a:latin typeface="Arial"/>
                          <a:ea typeface="Arial"/>
                          <a:cs typeface="Arial"/>
                        </a:rPr>
                        <a:t>До брони</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75</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0</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75</a:t>
                      </a:r>
                    </a:p>
                  </a:txBody>
                  <a:tcPr marL="91440" marR="91440" marT="45720" marB="45720">
                    <a:lnR w="9525">
                      <a:solidFill>
                        <a:srgbClr val="CED8D0"/>
                      </a:solidFill>
                      <a:prstDash val="solid"/>
                    </a:lnR>
                    <a:lnB w="9525">
                      <a:solidFill>
                        <a:srgbClr val="CED8D0"/>
                      </a:solidFill>
                      <a:prstDash val="solid"/>
                    </a:lnB>
                    <a:solidFill>
                      <a:srgbClr val="FFFFFF"/>
                    </a:solidFill>
                  </a:tcPr>
                </a:tc>
              </a:tr>
              <a:tr h="730250">
                <a:tc>
                  <a:txBody>
                    <a:bodyPr/>
                    <a:lstStyle/>
                    <a:p>
                      <a:r>
                        <a:rPr sz="1950" b="0">
                          <a:solidFill>
                            <a:srgbClr val="20382C"/>
                          </a:solidFill>
                          <a:latin typeface="Arial"/>
                          <a:ea typeface="Arial"/>
                          <a:cs typeface="Arial"/>
                        </a:rPr>
                        <a:t>Бронь 20 л</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75</a:t>
                      </a:r>
                    </a:p>
                  </a:txBody>
                  <a:tcPr marL="91440" marR="91440" marT="45720" marB="45720">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20</a:t>
                      </a:r>
                    </a:p>
                  </a:txBody>
                  <a:tcPr marL="91440" marR="91440" marT="45720" marB="45720">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55</a:t>
                      </a:r>
                    </a:p>
                  </a:txBody>
                  <a:tcPr marL="91440" marR="91440" marT="45720" marB="45720">
                    <a:lnR w="9525">
                      <a:solidFill>
                        <a:srgbClr val="CED8D0"/>
                      </a:solidFill>
                      <a:prstDash val="solid"/>
                    </a:lnR>
                    <a:lnB w="9525">
                      <a:solidFill>
                        <a:srgbClr val="CED8D0"/>
                      </a:solidFill>
                      <a:prstDash val="solid"/>
                    </a:lnB>
                    <a:solidFill>
                      <a:srgbClr val="E6EFE7"/>
                    </a:solidFill>
                  </a:tcPr>
                </a:tc>
              </a:tr>
            </a:tbl>
          </a:graphicData>
        </a:graphic>
      </p:graphicFrame>
      <p:sp>
        <p:nvSpPr>
          <p:cNvPr id="6" name="">
            <a:extLst xmlns:a="http://schemas.openxmlformats.org/drawingml/2006/main">
              <a:ext uri="{FF2B5EF4-FFF2-40B4-BE49-F238E27FC236}">
                <a16:creationId xmlns:a16="http://schemas.microsoft.com/office/drawing/2014/main" id="{BC7AE187-AF43-46AF-A2E5-1AB316C88E9C}"/>
              </a:ext>
            </a:extLst>
          </p:cNvPr>
          <p:cNvSpPr>
            <a:spLocks xmlns:a="http://schemas.openxmlformats.org/drawingml/2006/main" noGrp="1"/>
          </p:cNvSpPr>
          <p:nvPr/>
        </p:nvSpPr>
        <p:spPr>
          <a:xfrm xmlns:a="http://schemas.openxmlformats.org/drawingml/2006/main">
            <a:off x="714375" y="5143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F6B4F"/>
                </a:solidFill>
                <a:latin typeface="Arial"/>
                <a:ea typeface="Arial"/>
                <a:cs typeface="Arial"/>
              </a:defRPr>
            </a:defPPr>
            <a:lvl1pPr>
              <a:defRPr sz="2850" b="1">
                <a:solidFill>
                  <a:srgbClr val="2F6B4F"/>
                </a:solidFill>
                <a:latin typeface="Arial"/>
                <a:ea typeface="Arial"/>
                <a:cs typeface="Arial"/>
              </a:defRPr>
            </a:lvl1pPr>
            <a:lvl2pPr>
              <a:defRPr sz="2850" b="1">
                <a:solidFill>
                  <a:srgbClr val="2F6B4F"/>
                </a:solidFill>
                <a:latin typeface="Arial"/>
                <a:ea typeface="Arial"/>
                <a:cs typeface="Arial"/>
              </a:defRPr>
            </a:lvl2pPr>
            <a:lvl3pPr>
              <a:defRPr sz="2850" b="1">
                <a:solidFill>
                  <a:srgbClr val="2F6B4F"/>
                </a:solidFill>
                <a:latin typeface="Arial"/>
                <a:ea typeface="Arial"/>
                <a:cs typeface="Arial"/>
              </a:defRPr>
            </a:lvl3pPr>
            <a:lvl4pPr>
              <a:defRPr sz="2850" b="1">
                <a:solidFill>
                  <a:srgbClr val="2F6B4F"/>
                </a:solidFill>
                <a:latin typeface="Arial"/>
                <a:ea typeface="Arial"/>
                <a:cs typeface="Arial"/>
              </a:defRPr>
            </a:lvl4pPr>
            <a:lvl5pPr>
              <a:defRPr sz="2850" b="1">
                <a:solidFill>
                  <a:srgbClr val="2F6B4F"/>
                </a:solidFill>
                <a:latin typeface="Arial"/>
                <a:ea typeface="Arial"/>
                <a:cs typeface="Arial"/>
              </a:defRPr>
            </a:lvl5pPr>
            <a:lvl6pPr>
              <a:defRPr sz="2850" b="1">
                <a:solidFill>
                  <a:srgbClr val="2F6B4F"/>
                </a:solidFill>
                <a:latin typeface="Arial"/>
                <a:ea typeface="Arial"/>
                <a:cs typeface="Arial"/>
              </a:defRPr>
            </a:lvl6pPr>
            <a:lvl7pPr>
              <a:defRPr sz="2850" b="1">
                <a:solidFill>
                  <a:srgbClr val="2F6B4F"/>
                </a:solidFill>
                <a:latin typeface="Arial"/>
                <a:ea typeface="Arial"/>
                <a:cs typeface="Arial"/>
              </a:defRPr>
            </a:lvl7pPr>
            <a:lvl8pPr>
              <a:defRPr sz="2850" b="1">
                <a:solidFill>
                  <a:srgbClr val="2F6B4F"/>
                </a:solidFill>
                <a:latin typeface="Arial"/>
                <a:ea typeface="Arial"/>
                <a:cs typeface="Arial"/>
              </a:defRPr>
            </a:lvl8pPr>
            <a:lvl9pPr>
              <a:defRPr sz="2850" b="1">
                <a:solidFill>
                  <a:srgbClr val="2F6B4F"/>
                </a:solidFill>
                <a:latin typeface="Arial"/>
                <a:ea typeface="Arial"/>
                <a:cs typeface="Arial"/>
              </a:defRPr>
            </a:lvl9pPr>
          </a:lstStyle>
          <a:p xmlns:a="http://schemas.openxmlformats.org/drawingml/2006/main">
            <a:pPr>
              <a:defRPr sz="2850" b="1">
                <a:solidFill>
                  <a:srgbClr val="2F6B4F"/>
                </a:solidFill>
                <a:latin typeface="Arial"/>
                <a:ea typeface="Arial"/>
                <a:cs typeface="Arial"/>
              </a:defRPr>
            </a:pPr>
            <a:r>
              <a:rPr sz="2850" b="1">
                <a:solidFill>
                  <a:srgbClr val="2F6B4F"/>
                </a:solidFill>
                <a:latin typeface="Arial"/>
                <a:ea typeface="Arial"/>
                <a:cs typeface="Arial"/>
              </a:rPr>
              <a:t>Свободно = На складе − В резерве</a:t>
            </a:r>
          </a:p>
        </p:txBody>
      </p:sp>
      <p:sp>
        <p:nvSpPr>
          <p:cNvPr id="7" name="">
            <a:extLst xmlns:a="http://schemas.openxmlformats.org/drawingml/2006/main">
              <a:ext uri="{FF2B5EF4-FFF2-40B4-BE49-F238E27FC236}">
                <a16:creationId xmlns:a16="http://schemas.microsoft.com/office/drawing/2014/main" id="{B7CC046C-E6D6-4348-9F2B-C1B38004A769}"/>
              </a:ext>
            </a:extLst>
          </p:cNvPr>
          <p:cNvSpPr>
            <a:spLocks xmlns:a="http://schemas.openxmlformats.org/drawingml/2006/main" noGrp="1"/>
          </p:cNvSpPr>
          <p:nvPr/>
        </p:nvSpPr>
        <p:spPr>
          <a:xfrm xmlns:a="http://schemas.openxmlformats.org/drawingml/2006/main">
            <a:off x="714375" y="5810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82C"/>
                </a:solidFill>
                <a:latin typeface="Arial"/>
                <a:ea typeface="Arial"/>
                <a:cs typeface="Arial"/>
              </a:defRPr>
            </a:defPPr>
            <a:lvl1pPr>
              <a:defRPr sz="1950" b="0">
                <a:solidFill>
                  <a:srgbClr val="20382C"/>
                </a:solidFill>
                <a:latin typeface="Arial"/>
                <a:ea typeface="Arial"/>
                <a:cs typeface="Arial"/>
              </a:defRPr>
            </a:lvl1pPr>
            <a:lvl2pPr>
              <a:defRPr sz="1950" b="0">
                <a:solidFill>
                  <a:srgbClr val="20382C"/>
                </a:solidFill>
                <a:latin typeface="Arial"/>
                <a:ea typeface="Arial"/>
                <a:cs typeface="Arial"/>
              </a:defRPr>
            </a:lvl2pPr>
            <a:lvl3pPr>
              <a:defRPr sz="1950" b="0">
                <a:solidFill>
                  <a:srgbClr val="20382C"/>
                </a:solidFill>
                <a:latin typeface="Arial"/>
                <a:ea typeface="Arial"/>
                <a:cs typeface="Arial"/>
              </a:defRPr>
            </a:lvl3pPr>
            <a:lvl4pPr>
              <a:defRPr sz="1950" b="0">
                <a:solidFill>
                  <a:srgbClr val="20382C"/>
                </a:solidFill>
                <a:latin typeface="Arial"/>
                <a:ea typeface="Arial"/>
                <a:cs typeface="Arial"/>
              </a:defRPr>
            </a:lvl4pPr>
            <a:lvl5pPr>
              <a:defRPr sz="1950" b="0">
                <a:solidFill>
                  <a:srgbClr val="20382C"/>
                </a:solidFill>
                <a:latin typeface="Arial"/>
                <a:ea typeface="Arial"/>
                <a:cs typeface="Arial"/>
              </a:defRPr>
            </a:lvl5pPr>
            <a:lvl6pPr>
              <a:defRPr sz="1950" b="0">
                <a:solidFill>
                  <a:srgbClr val="20382C"/>
                </a:solidFill>
                <a:latin typeface="Arial"/>
                <a:ea typeface="Arial"/>
                <a:cs typeface="Arial"/>
              </a:defRPr>
            </a:lvl6pPr>
            <a:lvl7pPr>
              <a:defRPr sz="1950" b="0">
                <a:solidFill>
                  <a:srgbClr val="20382C"/>
                </a:solidFill>
                <a:latin typeface="Arial"/>
                <a:ea typeface="Arial"/>
                <a:cs typeface="Arial"/>
              </a:defRPr>
            </a:lvl7pPr>
            <a:lvl8pPr>
              <a:defRPr sz="1950" b="0">
                <a:solidFill>
                  <a:srgbClr val="20382C"/>
                </a:solidFill>
                <a:latin typeface="Arial"/>
                <a:ea typeface="Arial"/>
                <a:cs typeface="Arial"/>
              </a:defRPr>
            </a:lvl8pPr>
            <a:lvl9pPr>
              <a:defRPr sz="1950" b="0">
                <a:solidFill>
                  <a:srgbClr val="20382C"/>
                </a:solidFill>
                <a:latin typeface="Arial"/>
                <a:ea typeface="Arial"/>
                <a:cs typeface="Arial"/>
              </a:defRPr>
            </a:lvl9pPr>
          </a:lstStyle>
          <a:p xmlns:a="http://schemas.openxmlformats.org/drawingml/2006/main">
            <a:pPr>
              <a:defRPr sz="1950" b="0">
                <a:solidFill>
                  <a:srgbClr val="20382C"/>
                </a:solidFill>
                <a:latin typeface="Arial"/>
                <a:ea typeface="Arial"/>
                <a:cs typeface="Arial"/>
              </a:defRPr>
            </a:pPr>
            <a:r>
              <a:rPr sz="1950" b="0">
                <a:solidFill>
                  <a:srgbClr val="20382C"/>
                </a:solidFill>
                <a:latin typeface="Arial"/>
                <a:ea typeface="Arial"/>
                <a:cs typeface="Arial"/>
              </a:rPr>
              <a:t>Обычная продажа 56 л при свободных 55 л отклоняется.</a:t>
            </a:r>
          </a:p>
        </p:txBody>
      </p:sp>
    </p:spTree>
    <p:extLst>
      <p:ext uri="{BB962C8B-B14F-4D97-AF65-F5344CB8AC3E}">
        <p14:creationId xmlns:p14="http://schemas.microsoft.com/office/powerpoint/2010/main" val="1374636901"/>
      </p:ext>
    </p:extLst>
  </p:cSld>
</p:sld>
</file>

<file path=ppt/slides/slide8.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DC74A3-FE58-4F7B-8184-7C073EB1FB58}"/>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Продажа по брони или отмена</a:t>
            </a:r>
          </a:p>
        </p:txBody>
      </p:sp>
      <p:sp>
        <p:nvSpPr>
          <p:cNvPr id="2" name="">
            <a:extLst xmlns:a="http://schemas.openxmlformats.org/drawingml/2006/main">
              <a:ext uri="{FF2B5EF4-FFF2-40B4-BE49-F238E27FC236}">
                <a16:creationId xmlns:a16="http://schemas.microsoft.com/office/drawing/2014/main" id="{1697D607-A671-4881-9FE5-63148E0BDA78}"/>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5A563062-BA54-43CA-B108-7E8D275C771E}"/>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8 / 11</a:t>
            </a:r>
          </a:p>
        </p:txBody>
      </p:sp>
      <p:sp>
        <p:nvSpPr>
          <p:cNvPr id="4" name="">
            <a:extLst xmlns:a="http://schemas.openxmlformats.org/drawingml/2006/main">
              <a:ext uri="{FF2B5EF4-FFF2-40B4-BE49-F238E27FC236}">
                <a16:creationId xmlns:a16="http://schemas.microsoft.com/office/drawing/2014/main" id="{54D40A42-B337-4719-A124-FDB193C102F7}"/>
              </a:ext>
            </a:extLst>
          </p:cNvPr>
          <p:cNvSpPr>
            <a:spLocks xmlns:a="http://schemas.openxmlformats.org/drawingml/2006/main" noGrp="1"/>
          </p:cNvSpPr>
          <p:nvPr/>
        </p:nvSpPr>
        <p:spPr>
          <a:xfrm xmlns:a="http://schemas.openxmlformats.org/drawingml/2006/main">
            <a:off x="714375" y="157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F6D63"/>
                </a:solidFill>
                <a:latin typeface="Arial"/>
                <a:ea typeface="Arial"/>
                <a:cs typeface="Arial"/>
              </a:defRPr>
            </a:defPPr>
            <a:lvl1pPr>
              <a:defRPr sz="2025" b="0">
                <a:solidFill>
                  <a:srgbClr val="5F6D63"/>
                </a:solidFill>
                <a:latin typeface="Arial"/>
                <a:ea typeface="Arial"/>
                <a:cs typeface="Arial"/>
              </a:defRPr>
            </a:lvl1pPr>
            <a:lvl2pPr>
              <a:defRPr sz="2025" b="0">
                <a:solidFill>
                  <a:srgbClr val="5F6D63"/>
                </a:solidFill>
                <a:latin typeface="Arial"/>
                <a:ea typeface="Arial"/>
                <a:cs typeface="Arial"/>
              </a:defRPr>
            </a:lvl2pPr>
            <a:lvl3pPr>
              <a:defRPr sz="2025" b="0">
                <a:solidFill>
                  <a:srgbClr val="5F6D63"/>
                </a:solidFill>
                <a:latin typeface="Arial"/>
                <a:ea typeface="Arial"/>
                <a:cs typeface="Arial"/>
              </a:defRPr>
            </a:lvl3pPr>
            <a:lvl4pPr>
              <a:defRPr sz="2025" b="0">
                <a:solidFill>
                  <a:srgbClr val="5F6D63"/>
                </a:solidFill>
                <a:latin typeface="Arial"/>
                <a:ea typeface="Arial"/>
                <a:cs typeface="Arial"/>
              </a:defRPr>
            </a:lvl4pPr>
            <a:lvl5pPr>
              <a:defRPr sz="2025" b="0">
                <a:solidFill>
                  <a:srgbClr val="5F6D63"/>
                </a:solidFill>
                <a:latin typeface="Arial"/>
                <a:ea typeface="Arial"/>
                <a:cs typeface="Arial"/>
              </a:defRPr>
            </a:lvl5pPr>
            <a:lvl6pPr>
              <a:defRPr sz="2025" b="0">
                <a:solidFill>
                  <a:srgbClr val="5F6D63"/>
                </a:solidFill>
                <a:latin typeface="Arial"/>
                <a:ea typeface="Arial"/>
                <a:cs typeface="Arial"/>
              </a:defRPr>
            </a:lvl6pPr>
            <a:lvl7pPr>
              <a:defRPr sz="2025" b="0">
                <a:solidFill>
                  <a:srgbClr val="5F6D63"/>
                </a:solidFill>
                <a:latin typeface="Arial"/>
                <a:ea typeface="Arial"/>
                <a:cs typeface="Arial"/>
              </a:defRPr>
            </a:lvl7pPr>
            <a:lvl8pPr>
              <a:defRPr sz="2025" b="0">
                <a:solidFill>
                  <a:srgbClr val="5F6D63"/>
                </a:solidFill>
                <a:latin typeface="Arial"/>
                <a:ea typeface="Arial"/>
                <a:cs typeface="Arial"/>
              </a:defRPr>
            </a:lvl8pPr>
            <a:lvl9pPr>
              <a:defRPr sz="2025" b="0">
                <a:solidFill>
                  <a:srgbClr val="5F6D63"/>
                </a:solidFill>
                <a:latin typeface="Arial"/>
                <a:ea typeface="Arial"/>
                <a:cs typeface="Arial"/>
              </a:defRPr>
            </a:lvl9pPr>
          </a:lstStyle>
          <a:p xmlns:a="http://schemas.openxmlformats.org/drawingml/2006/main">
            <a:pPr>
              <a:defRPr sz="2025" b="0">
                <a:solidFill>
                  <a:srgbClr val="5F6D63"/>
                </a:solidFill>
                <a:latin typeface="Arial"/>
                <a:ea typeface="Arial"/>
                <a:cs typeface="Arial"/>
              </a:defRPr>
            </a:pPr>
            <a:r>
              <a:rPr sz="2025" b="0">
                <a:solidFill>
                  <a:srgbClr val="5F6D63"/>
                </a:solidFill>
                <a:latin typeface="Arial"/>
                <a:ea typeface="Arial"/>
                <a:cs typeface="Arial"/>
              </a:rPr>
              <a:t>Исходное состояние: на складе 75 л, в резерве 20 л, свободно 55 л</a:t>
            </a:r>
          </a:p>
        </p:txBody>
      </p:sp>
      <p:sp>
        <p:nvSpPr>
          <p:cNvPr id="5" name="">
            <a:extLst xmlns:a="http://schemas.openxmlformats.org/drawingml/2006/main">
              <a:ext uri="{FF2B5EF4-FFF2-40B4-BE49-F238E27FC236}">
                <a16:creationId xmlns:a16="http://schemas.microsoft.com/office/drawing/2014/main" id="{5671D266-EEE9-405B-A702-5E254725CD23}"/>
              </a:ext>
            </a:extLst>
          </p:cNvPr>
          <p:cNvSpPr>
            <a:spLocks xmlns:a="http://schemas.openxmlformats.org/drawingml/2006/main" noGrp="1"/>
          </p:cNvSpPr>
          <p:nvPr/>
        </p:nvSpPr>
        <p:spPr>
          <a:xfrm xmlns:a="http://schemas.openxmlformats.org/drawingml/2006/main">
            <a:off x="714375" y="252412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F6B4F"/>
                </a:solidFill>
                <a:latin typeface="Arial"/>
                <a:ea typeface="Arial"/>
                <a:cs typeface="Arial"/>
              </a:defRPr>
            </a:defPPr>
            <a:lvl1pPr>
              <a:defRPr sz="2550" b="1">
                <a:solidFill>
                  <a:srgbClr val="2F6B4F"/>
                </a:solidFill>
                <a:latin typeface="Arial"/>
                <a:ea typeface="Arial"/>
                <a:cs typeface="Arial"/>
              </a:defRPr>
            </a:lvl1pPr>
            <a:lvl2pPr>
              <a:defRPr sz="2550" b="1">
                <a:solidFill>
                  <a:srgbClr val="2F6B4F"/>
                </a:solidFill>
                <a:latin typeface="Arial"/>
                <a:ea typeface="Arial"/>
                <a:cs typeface="Arial"/>
              </a:defRPr>
            </a:lvl2pPr>
            <a:lvl3pPr>
              <a:defRPr sz="2550" b="1">
                <a:solidFill>
                  <a:srgbClr val="2F6B4F"/>
                </a:solidFill>
                <a:latin typeface="Arial"/>
                <a:ea typeface="Arial"/>
                <a:cs typeface="Arial"/>
              </a:defRPr>
            </a:lvl3pPr>
            <a:lvl4pPr>
              <a:defRPr sz="2550" b="1">
                <a:solidFill>
                  <a:srgbClr val="2F6B4F"/>
                </a:solidFill>
                <a:latin typeface="Arial"/>
                <a:ea typeface="Arial"/>
                <a:cs typeface="Arial"/>
              </a:defRPr>
            </a:lvl4pPr>
            <a:lvl5pPr>
              <a:defRPr sz="2550" b="1">
                <a:solidFill>
                  <a:srgbClr val="2F6B4F"/>
                </a:solidFill>
                <a:latin typeface="Arial"/>
                <a:ea typeface="Arial"/>
                <a:cs typeface="Arial"/>
              </a:defRPr>
            </a:lvl5pPr>
            <a:lvl6pPr>
              <a:defRPr sz="2550" b="1">
                <a:solidFill>
                  <a:srgbClr val="2F6B4F"/>
                </a:solidFill>
                <a:latin typeface="Arial"/>
                <a:ea typeface="Arial"/>
                <a:cs typeface="Arial"/>
              </a:defRPr>
            </a:lvl6pPr>
            <a:lvl7pPr>
              <a:defRPr sz="2550" b="1">
                <a:solidFill>
                  <a:srgbClr val="2F6B4F"/>
                </a:solidFill>
                <a:latin typeface="Arial"/>
                <a:ea typeface="Arial"/>
                <a:cs typeface="Arial"/>
              </a:defRPr>
            </a:lvl7pPr>
            <a:lvl8pPr>
              <a:defRPr sz="2550" b="1">
                <a:solidFill>
                  <a:srgbClr val="2F6B4F"/>
                </a:solidFill>
                <a:latin typeface="Arial"/>
                <a:ea typeface="Arial"/>
                <a:cs typeface="Arial"/>
              </a:defRPr>
            </a:lvl8pPr>
            <a:lvl9pPr>
              <a:defRPr sz="2550" b="1">
                <a:solidFill>
                  <a:srgbClr val="2F6B4F"/>
                </a:solidFill>
                <a:latin typeface="Arial"/>
                <a:ea typeface="Arial"/>
                <a:cs typeface="Arial"/>
              </a:defRPr>
            </a:lvl9pPr>
          </a:lstStyle>
          <a:p xmlns:a="http://schemas.openxmlformats.org/drawingml/2006/main">
            <a:pPr>
              <a:defRPr sz="2550" b="1">
                <a:solidFill>
                  <a:srgbClr val="2F6B4F"/>
                </a:solidFill>
                <a:latin typeface="Arial"/>
                <a:ea typeface="Arial"/>
                <a:cs typeface="Arial"/>
              </a:defRPr>
            </a:pPr>
            <a:r>
              <a:rPr sz="2550" b="1">
                <a:solidFill>
                  <a:srgbClr val="2F6B4F"/>
                </a:solidFill>
                <a:latin typeface="Arial"/>
                <a:ea typeface="Arial"/>
                <a:cs typeface="Arial"/>
              </a:rPr>
              <a:t>Продать по брони</a:t>
            </a:r>
          </a:p>
        </p:txBody>
      </p:sp>
      <p:sp>
        <p:nvSpPr>
          <p:cNvPr id="6" name="">
            <a:extLst xmlns:a="http://schemas.openxmlformats.org/drawingml/2006/main">
              <a:ext uri="{FF2B5EF4-FFF2-40B4-BE49-F238E27FC236}">
                <a16:creationId xmlns:a16="http://schemas.microsoft.com/office/drawing/2014/main" id="{1AF8EAD7-BDFC-4A2D-839D-CECEACDF0F86}"/>
              </a:ext>
            </a:extLst>
          </p:cNvPr>
          <p:cNvSpPr>
            <a:spLocks xmlns:a="http://schemas.openxmlformats.org/drawingml/2006/main" noGrp="1"/>
          </p:cNvSpPr>
          <p:nvPr/>
        </p:nvSpPr>
        <p:spPr>
          <a:xfrm xmlns:a="http://schemas.openxmlformats.org/drawingml/2006/main">
            <a:off x="6381750" y="252412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F6B4F"/>
                </a:solidFill>
                <a:latin typeface="Arial"/>
                <a:ea typeface="Arial"/>
                <a:cs typeface="Arial"/>
              </a:defRPr>
            </a:defPPr>
            <a:lvl1pPr>
              <a:defRPr sz="2550" b="1">
                <a:solidFill>
                  <a:srgbClr val="2F6B4F"/>
                </a:solidFill>
                <a:latin typeface="Arial"/>
                <a:ea typeface="Arial"/>
                <a:cs typeface="Arial"/>
              </a:defRPr>
            </a:lvl1pPr>
            <a:lvl2pPr>
              <a:defRPr sz="2550" b="1">
                <a:solidFill>
                  <a:srgbClr val="2F6B4F"/>
                </a:solidFill>
                <a:latin typeface="Arial"/>
                <a:ea typeface="Arial"/>
                <a:cs typeface="Arial"/>
              </a:defRPr>
            </a:lvl2pPr>
            <a:lvl3pPr>
              <a:defRPr sz="2550" b="1">
                <a:solidFill>
                  <a:srgbClr val="2F6B4F"/>
                </a:solidFill>
                <a:latin typeface="Arial"/>
                <a:ea typeface="Arial"/>
                <a:cs typeface="Arial"/>
              </a:defRPr>
            </a:lvl3pPr>
            <a:lvl4pPr>
              <a:defRPr sz="2550" b="1">
                <a:solidFill>
                  <a:srgbClr val="2F6B4F"/>
                </a:solidFill>
                <a:latin typeface="Arial"/>
                <a:ea typeface="Arial"/>
                <a:cs typeface="Arial"/>
              </a:defRPr>
            </a:lvl4pPr>
            <a:lvl5pPr>
              <a:defRPr sz="2550" b="1">
                <a:solidFill>
                  <a:srgbClr val="2F6B4F"/>
                </a:solidFill>
                <a:latin typeface="Arial"/>
                <a:ea typeface="Arial"/>
                <a:cs typeface="Arial"/>
              </a:defRPr>
            </a:lvl5pPr>
            <a:lvl6pPr>
              <a:defRPr sz="2550" b="1">
                <a:solidFill>
                  <a:srgbClr val="2F6B4F"/>
                </a:solidFill>
                <a:latin typeface="Arial"/>
                <a:ea typeface="Arial"/>
                <a:cs typeface="Arial"/>
              </a:defRPr>
            </a:lvl6pPr>
            <a:lvl7pPr>
              <a:defRPr sz="2550" b="1">
                <a:solidFill>
                  <a:srgbClr val="2F6B4F"/>
                </a:solidFill>
                <a:latin typeface="Arial"/>
                <a:ea typeface="Arial"/>
                <a:cs typeface="Arial"/>
              </a:defRPr>
            </a:lvl7pPr>
            <a:lvl8pPr>
              <a:defRPr sz="2550" b="1">
                <a:solidFill>
                  <a:srgbClr val="2F6B4F"/>
                </a:solidFill>
                <a:latin typeface="Arial"/>
                <a:ea typeface="Arial"/>
                <a:cs typeface="Arial"/>
              </a:defRPr>
            </a:lvl8pPr>
            <a:lvl9pPr>
              <a:defRPr sz="2550" b="1">
                <a:solidFill>
                  <a:srgbClr val="2F6B4F"/>
                </a:solidFill>
                <a:latin typeface="Arial"/>
                <a:ea typeface="Arial"/>
                <a:cs typeface="Arial"/>
              </a:defRPr>
            </a:lvl9pPr>
          </a:lstStyle>
          <a:p xmlns:a="http://schemas.openxmlformats.org/drawingml/2006/main">
            <a:pPr>
              <a:defRPr sz="2550" b="1">
                <a:solidFill>
                  <a:srgbClr val="2F6B4F"/>
                </a:solidFill>
                <a:latin typeface="Arial"/>
                <a:ea typeface="Arial"/>
                <a:cs typeface="Arial"/>
              </a:defRPr>
            </a:pPr>
            <a:r>
              <a:rPr sz="2550" b="1">
                <a:solidFill>
                  <a:srgbClr val="2F6B4F"/>
                </a:solidFill>
                <a:latin typeface="Arial"/>
                <a:ea typeface="Arial"/>
                <a:cs typeface="Arial"/>
              </a:rPr>
              <a:t>Отменить бронь</a:t>
            </a:r>
          </a:p>
        </p:txBody>
      </p:sp>
      <p:graphicFrame>
        <p:nvGraphicFramePr>
          <p:cNvPr id="7" name="">
            <a:extLst xmlns:a="http://schemas.openxmlformats.org/drawingml/2006/main">
              <a:ext uri="{FF2B5EF4-FFF2-40B4-BE49-F238E27FC236}">
                <a16:creationId xmlns:a16="http://schemas.microsoft.com/office/drawing/2014/main" id="{36D0F3BA-615A-49DC-9F6F-116268B0B4F9}"/>
              </a:ext>
            </a:extLst>
          </p:cNvPr>
          <p:cNvGraphicFramePr/>
          <p:nvPr/>
        </p:nvGraphicFramePr>
        <p:xfrm>
          <a:off xmlns:a="http://schemas.openxmlformats.org/drawingml/2006/main" x="714375" y="3286125"/>
          <a:ext xmlns:a="http://schemas.openxmlformats.org/drawingml/2006/main" cx="5095875" cy="1285875"/>
        </p:xfrm>
        <a:graphic xmlns:a="http://schemas.openxmlformats.org/drawingml/2006/main">
          <a:graphicData uri="http://schemas.openxmlformats.org/drawingml/2006/table">
            <a:tbl>
              <a:tblPr/>
              <a:tblGrid>
                <a:gridCol w="1695450"/>
                <a:gridCol w="1695450"/>
                <a:gridCol w="1704975"/>
              </a:tblGrid>
              <a:tr h="642938">
                <a:tc>
                  <a:txBody>
                    <a:bodyPr/>
                    <a:lstStyle/>
                    <a:p>
                      <a:r>
                        <a:rPr sz="1950" b="1">
                          <a:solidFill>
                            <a:srgbClr val="FFFFFF"/>
                          </a:solidFill>
                          <a:latin typeface="Arial"/>
                          <a:ea typeface="Arial"/>
                          <a:cs typeface="Arial"/>
                        </a:rPr>
                        <a:t>Склад</a:t>
                      </a:r>
                    </a:p>
                  </a:txBody>
                  <a:tcPr marL="91440" marR="91440" marT="45720" marB="45720">
                    <a:lnL w="9525">
                      <a:solidFill>
                        <a:srgbClr val="CED8D0"/>
                      </a:solidFill>
                      <a:prstDash val="solid"/>
                    </a:lnL>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Резерв</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Свободно</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r>
              <a:tr h="642938">
                <a:tc>
                  <a:txBody>
                    <a:bodyPr/>
                    <a:lstStyle/>
                    <a:p>
                      <a:r>
                        <a:rPr sz="1950" b="0">
                          <a:solidFill>
                            <a:srgbClr val="20382C"/>
                          </a:solidFill>
                          <a:latin typeface="Arial"/>
                          <a:ea typeface="Arial"/>
                          <a:cs typeface="Arial"/>
                        </a:rPr>
                        <a:t>55</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0</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55</a:t>
                      </a:r>
                    </a:p>
                  </a:txBody>
                  <a:tcPr marL="91440" marR="91440" marT="45720" marB="45720">
                    <a:lnR w="9525">
                      <a:solidFill>
                        <a:srgbClr val="CED8D0"/>
                      </a:solidFill>
                      <a:prstDash val="solid"/>
                    </a:lnR>
                    <a:lnB w="9525">
                      <a:solidFill>
                        <a:srgbClr val="CED8D0"/>
                      </a:solidFill>
                      <a:prstDash val="solid"/>
                    </a:lnB>
                    <a:solidFill>
                      <a:srgbClr val="FFFFFF"/>
                    </a:solidFill>
                  </a:tcPr>
                </a:tc>
              </a:tr>
            </a:tbl>
          </a:graphicData>
        </a:graphic>
      </p:graphicFrame>
      <p:graphicFrame>
        <p:nvGraphicFramePr>
          <p:cNvPr id="8" name="">
            <a:extLst xmlns:a="http://schemas.openxmlformats.org/drawingml/2006/main">
              <a:ext uri="{FF2B5EF4-FFF2-40B4-BE49-F238E27FC236}">
                <a16:creationId xmlns:a16="http://schemas.microsoft.com/office/drawing/2014/main" id="{EFC16DAA-99DD-432B-A188-6276BFD9B5DB}"/>
              </a:ext>
            </a:extLst>
          </p:cNvPr>
          <p:cNvGraphicFramePr/>
          <p:nvPr/>
        </p:nvGraphicFramePr>
        <p:xfrm>
          <a:off xmlns:a="http://schemas.openxmlformats.org/drawingml/2006/main" x="6381750" y="3286125"/>
          <a:ext xmlns:a="http://schemas.openxmlformats.org/drawingml/2006/main" cx="5095875" cy="1285875"/>
        </p:xfrm>
        <a:graphic xmlns:a="http://schemas.openxmlformats.org/drawingml/2006/main">
          <a:graphicData uri="http://schemas.openxmlformats.org/drawingml/2006/table">
            <a:tbl>
              <a:tblPr/>
              <a:tblGrid>
                <a:gridCol w="1695450"/>
                <a:gridCol w="1695450"/>
                <a:gridCol w="1704975"/>
              </a:tblGrid>
              <a:tr h="642938">
                <a:tc>
                  <a:txBody>
                    <a:bodyPr/>
                    <a:lstStyle/>
                    <a:p>
                      <a:r>
                        <a:rPr sz="1950" b="1">
                          <a:solidFill>
                            <a:srgbClr val="FFFFFF"/>
                          </a:solidFill>
                          <a:latin typeface="Arial"/>
                          <a:ea typeface="Arial"/>
                          <a:cs typeface="Arial"/>
                        </a:rPr>
                        <a:t>Склад</a:t>
                      </a:r>
                    </a:p>
                  </a:txBody>
                  <a:tcPr marL="91440" marR="91440" marT="45720" marB="45720">
                    <a:lnL w="9525">
                      <a:solidFill>
                        <a:srgbClr val="CED8D0"/>
                      </a:solidFill>
                      <a:prstDash val="solid"/>
                    </a:lnL>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Резерв</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Свободно</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r>
              <a:tr h="642938">
                <a:tc>
                  <a:txBody>
                    <a:bodyPr/>
                    <a:lstStyle/>
                    <a:p>
                      <a:r>
                        <a:rPr sz="1950" b="0">
                          <a:solidFill>
                            <a:srgbClr val="20382C"/>
                          </a:solidFill>
                          <a:latin typeface="Arial"/>
                          <a:ea typeface="Arial"/>
                          <a:cs typeface="Arial"/>
                        </a:rPr>
                        <a:t>75</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0</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75</a:t>
                      </a:r>
                    </a:p>
                  </a:txBody>
                  <a:tcPr marL="91440" marR="91440" marT="45720" marB="45720">
                    <a:lnR w="9525">
                      <a:solidFill>
                        <a:srgbClr val="CED8D0"/>
                      </a:solidFill>
                      <a:prstDash val="solid"/>
                    </a:lnR>
                    <a:lnB w="9525">
                      <a:solidFill>
                        <a:srgbClr val="CED8D0"/>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D7632620-06E3-4E12-A32B-F7B18C5C50C0}"/>
              </a:ext>
            </a:extLst>
          </p:cNvPr>
          <p:cNvSpPr>
            <a:spLocks xmlns:a="http://schemas.openxmlformats.org/drawingml/2006/main" noGrp="1"/>
          </p:cNvSpPr>
          <p:nvPr/>
        </p:nvSpPr>
        <p:spPr>
          <a:xfrm xmlns:a="http://schemas.openxmlformats.org/drawingml/2006/main">
            <a:off x="714375" y="4905375"/>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82C"/>
                </a:solidFill>
                <a:latin typeface="Arial"/>
                <a:ea typeface="Arial"/>
                <a:cs typeface="Arial"/>
              </a:defRPr>
            </a:defPPr>
            <a:lvl1pPr>
              <a:defRPr sz="2100" b="0">
                <a:solidFill>
                  <a:srgbClr val="20382C"/>
                </a:solidFill>
                <a:latin typeface="Arial"/>
                <a:ea typeface="Arial"/>
                <a:cs typeface="Arial"/>
              </a:defRPr>
            </a:lvl1pPr>
            <a:lvl2pPr>
              <a:defRPr sz="2100" b="0">
                <a:solidFill>
                  <a:srgbClr val="20382C"/>
                </a:solidFill>
                <a:latin typeface="Arial"/>
                <a:ea typeface="Arial"/>
                <a:cs typeface="Arial"/>
              </a:defRPr>
            </a:lvl2pPr>
            <a:lvl3pPr>
              <a:defRPr sz="2100" b="0">
                <a:solidFill>
                  <a:srgbClr val="20382C"/>
                </a:solidFill>
                <a:latin typeface="Arial"/>
                <a:ea typeface="Arial"/>
                <a:cs typeface="Arial"/>
              </a:defRPr>
            </a:lvl3pPr>
            <a:lvl4pPr>
              <a:defRPr sz="2100" b="0">
                <a:solidFill>
                  <a:srgbClr val="20382C"/>
                </a:solidFill>
                <a:latin typeface="Arial"/>
                <a:ea typeface="Arial"/>
                <a:cs typeface="Arial"/>
              </a:defRPr>
            </a:lvl4pPr>
            <a:lvl5pPr>
              <a:defRPr sz="2100" b="0">
                <a:solidFill>
                  <a:srgbClr val="20382C"/>
                </a:solidFill>
                <a:latin typeface="Arial"/>
                <a:ea typeface="Arial"/>
                <a:cs typeface="Arial"/>
              </a:defRPr>
            </a:lvl5pPr>
            <a:lvl6pPr>
              <a:defRPr sz="2100" b="0">
                <a:solidFill>
                  <a:srgbClr val="20382C"/>
                </a:solidFill>
                <a:latin typeface="Arial"/>
                <a:ea typeface="Arial"/>
                <a:cs typeface="Arial"/>
              </a:defRPr>
            </a:lvl6pPr>
            <a:lvl7pPr>
              <a:defRPr sz="2100" b="0">
                <a:solidFill>
                  <a:srgbClr val="20382C"/>
                </a:solidFill>
                <a:latin typeface="Arial"/>
                <a:ea typeface="Arial"/>
                <a:cs typeface="Arial"/>
              </a:defRPr>
            </a:lvl7pPr>
            <a:lvl8pPr>
              <a:defRPr sz="2100" b="0">
                <a:solidFill>
                  <a:srgbClr val="20382C"/>
                </a:solidFill>
                <a:latin typeface="Arial"/>
                <a:ea typeface="Arial"/>
                <a:cs typeface="Arial"/>
              </a:defRPr>
            </a:lvl8pPr>
            <a:lvl9pPr>
              <a:defRPr sz="2100" b="0">
                <a:solidFill>
                  <a:srgbClr val="20382C"/>
                </a:solidFill>
                <a:latin typeface="Arial"/>
                <a:ea typeface="Arial"/>
                <a:cs typeface="Arial"/>
              </a:defRPr>
            </a:lvl9pPr>
          </a:lstStyle>
          <a:p xmlns:a="http://schemas.openxmlformats.org/drawingml/2006/main">
            <a:pPr>
              <a:defRPr sz="2100" b="0">
                <a:solidFill>
                  <a:srgbClr val="20382C"/>
                </a:solidFill>
                <a:latin typeface="Arial"/>
                <a:ea typeface="Arial"/>
                <a:cs typeface="Arial"/>
              </a:defRPr>
            </a:pPr>
            <a:r>
              <a:rPr sz="2100" b="0">
                <a:solidFill>
                  <a:srgbClr val="20382C"/>
                </a:solidFill>
                <a:latin typeface="Arial"/>
                <a:ea typeface="Arial"/>
                <a:cs typeface="Arial"/>
              </a:rPr>
              <a:t>Товар уходит покупателю.</a:t>
            </a:r>
          </a:p>
          <a:p xmlns:a="http://schemas.openxmlformats.org/drawingml/2006/main">
            <a:pPr>
              <a:defRPr sz="2100" b="0">
                <a:solidFill>
                  <a:srgbClr val="20382C"/>
                </a:solidFill>
                <a:latin typeface="Arial"/>
                <a:ea typeface="Arial"/>
                <a:cs typeface="Arial"/>
              </a:defRPr>
            </a:pPr>
            <a:r>
              <a:rPr sz="2100" b="0">
                <a:solidFill>
                  <a:srgbClr val="20382C"/>
                </a:solidFill>
                <a:latin typeface="Arial"/>
                <a:ea typeface="Arial"/>
                <a:cs typeface="Arial"/>
              </a:rPr>
              <a:t>Расход использует резерв.</a:t>
            </a:r>
          </a:p>
        </p:txBody>
      </p:sp>
      <p:sp>
        <p:nvSpPr>
          <p:cNvPr id="10" name="">
            <a:extLst xmlns:a="http://schemas.openxmlformats.org/drawingml/2006/main">
              <a:ext uri="{FF2B5EF4-FFF2-40B4-BE49-F238E27FC236}">
                <a16:creationId xmlns:a16="http://schemas.microsoft.com/office/drawing/2014/main" id="{4FF3E26F-8375-43D3-814F-CA80982A94D7}"/>
              </a:ext>
            </a:extLst>
          </p:cNvPr>
          <p:cNvSpPr>
            <a:spLocks xmlns:a="http://schemas.openxmlformats.org/drawingml/2006/main" noGrp="1"/>
          </p:cNvSpPr>
          <p:nvPr/>
        </p:nvSpPr>
        <p:spPr>
          <a:xfrm xmlns:a="http://schemas.openxmlformats.org/drawingml/2006/main">
            <a:off x="6381750" y="4905375"/>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82C"/>
                </a:solidFill>
                <a:latin typeface="Arial"/>
                <a:ea typeface="Arial"/>
                <a:cs typeface="Arial"/>
              </a:defRPr>
            </a:defPPr>
            <a:lvl1pPr>
              <a:defRPr sz="2100" b="0">
                <a:solidFill>
                  <a:srgbClr val="20382C"/>
                </a:solidFill>
                <a:latin typeface="Arial"/>
                <a:ea typeface="Arial"/>
                <a:cs typeface="Arial"/>
              </a:defRPr>
            </a:lvl1pPr>
            <a:lvl2pPr>
              <a:defRPr sz="2100" b="0">
                <a:solidFill>
                  <a:srgbClr val="20382C"/>
                </a:solidFill>
                <a:latin typeface="Arial"/>
                <a:ea typeface="Arial"/>
                <a:cs typeface="Arial"/>
              </a:defRPr>
            </a:lvl2pPr>
            <a:lvl3pPr>
              <a:defRPr sz="2100" b="0">
                <a:solidFill>
                  <a:srgbClr val="20382C"/>
                </a:solidFill>
                <a:latin typeface="Arial"/>
                <a:ea typeface="Arial"/>
                <a:cs typeface="Arial"/>
              </a:defRPr>
            </a:lvl3pPr>
            <a:lvl4pPr>
              <a:defRPr sz="2100" b="0">
                <a:solidFill>
                  <a:srgbClr val="20382C"/>
                </a:solidFill>
                <a:latin typeface="Arial"/>
                <a:ea typeface="Arial"/>
                <a:cs typeface="Arial"/>
              </a:defRPr>
            </a:lvl4pPr>
            <a:lvl5pPr>
              <a:defRPr sz="2100" b="0">
                <a:solidFill>
                  <a:srgbClr val="20382C"/>
                </a:solidFill>
                <a:latin typeface="Arial"/>
                <a:ea typeface="Arial"/>
                <a:cs typeface="Arial"/>
              </a:defRPr>
            </a:lvl5pPr>
            <a:lvl6pPr>
              <a:defRPr sz="2100" b="0">
                <a:solidFill>
                  <a:srgbClr val="20382C"/>
                </a:solidFill>
                <a:latin typeface="Arial"/>
                <a:ea typeface="Arial"/>
                <a:cs typeface="Arial"/>
              </a:defRPr>
            </a:lvl6pPr>
            <a:lvl7pPr>
              <a:defRPr sz="2100" b="0">
                <a:solidFill>
                  <a:srgbClr val="20382C"/>
                </a:solidFill>
                <a:latin typeface="Arial"/>
                <a:ea typeface="Arial"/>
                <a:cs typeface="Arial"/>
              </a:defRPr>
            </a:lvl7pPr>
            <a:lvl8pPr>
              <a:defRPr sz="2100" b="0">
                <a:solidFill>
                  <a:srgbClr val="20382C"/>
                </a:solidFill>
                <a:latin typeface="Arial"/>
                <a:ea typeface="Arial"/>
                <a:cs typeface="Arial"/>
              </a:defRPr>
            </a:lvl8pPr>
            <a:lvl9pPr>
              <a:defRPr sz="2100" b="0">
                <a:solidFill>
                  <a:srgbClr val="20382C"/>
                </a:solidFill>
                <a:latin typeface="Arial"/>
                <a:ea typeface="Arial"/>
                <a:cs typeface="Arial"/>
              </a:defRPr>
            </a:lvl9pPr>
          </a:lstStyle>
          <a:p xmlns:a="http://schemas.openxmlformats.org/drawingml/2006/main">
            <a:pPr>
              <a:defRPr sz="2100" b="0">
                <a:solidFill>
                  <a:srgbClr val="20382C"/>
                </a:solidFill>
                <a:latin typeface="Arial"/>
                <a:ea typeface="Arial"/>
                <a:cs typeface="Arial"/>
              </a:defRPr>
            </a:pPr>
            <a:r>
              <a:rPr sz="2100" b="0">
                <a:solidFill>
                  <a:srgbClr val="20382C"/>
                </a:solidFill>
                <a:latin typeface="Arial"/>
                <a:ea typeface="Arial"/>
                <a:cs typeface="Arial"/>
              </a:rPr>
              <a:t>Товар остаётся на складе.</a:t>
            </a:r>
          </a:p>
          <a:p xmlns:a="http://schemas.openxmlformats.org/drawingml/2006/main">
            <a:pPr>
              <a:defRPr sz="2100" b="0">
                <a:solidFill>
                  <a:srgbClr val="20382C"/>
                </a:solidFill>
                <a:latin typeface="Arial"/>
                <a:ea typeface="Arial"/>
                <a:cs typeface="Arial"/>
              </a:defRPr>
            </a:pPr>
            <a:r>
              <a:rPr sz="2100" b="0">
                <a:solidFill>
                  <a:srgbClr val="20382C"/>
                </a:solidFill>
                <a:latin typeface="Arial"/>
                <a:ea typeface="Arial"/>
                <a:cs typeface="Arial"/>
              </a:rPr>
              <a:t>Всё количество снова свободно.</a:t>
            </a:r>
          </a:p>
        </p:txBody>
      </p:sp>
      <p:sp>
        <p:nvSpPr>
          <p:cNvPr id="11" name="">
            <a:extLst xmlns:a="http://schemas.openxmlformats.org/drawingml/2006/main">
              <a:ext uri="{FF2B5EF4-FFF2-40B4-BE49-F238E27FC236}">
                <a16:creationId xmlns:a16="http://schemas.microsoft.com/office/drawing/2014/main" id="{62DEE831-D22B-4944-A225-841FEA361F0E}"/>
              </a:ext>
            </a:extLst>
          </p:cNvPr>
          <p:cNvSpPr>
            <a:spLocks xmlns:a="http://schemas.openxmlformats.org/drawingml/2006/main" noGrp="1"/>
          </p:cNvSpPr>
          <p:nvPr/>
        </p:nvSpPr>
        <p:spPr>
          <a:xfrm xmlns:a="http://schemas.openxmlformats.org/drawingml/2006/main">
            <a:off x="714375" y="595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F6D63"/>
                </a:solidFill>
                <a:latin typeface="Arial"/>
                <a:ea typeface="Arial"/>
                <a:cs typeface="Arial"/>
              </a:defRPr>
            </a:defPPr>
            <a:lvl1pPr>
              <a:defRPr sz="1575" b="0">
                <a:solidFill>
                  <a:srgbClr val="5F6D63"/>
                </a:solidFill>
                <a:latin typeface="Arial"/>
                <a:ea typeface="Arial"/>
                <a:cs typeface="Arial"/>
              </a:defRPr>
            </a:lvl1pPr>
            <a:lvl2pPr>
              <a:defRPr sz="1575" b="0">
                <a:solidFill>
                  <a:srgbClr val="5F6D63"/>
                </a:solidFill>
                <a:latin typeface="Arial"/>
                <a:ea typeface="Arial"/>
                <a:cs typeface="Arial"/>
              </a:defRPr>
            </a:lvl2pPr>
            <a:lvl3pPr>
              <a:defRPr sz="1575" b="0">
                <a:solidFill>
                  <a:srgbClr val="5F6D63"/>
                </a:solidFill>
                <a:latin typeface="Arial"/>
                <a:ea typeface="Arial"/>
                <a:cs typeface="Arial"/>
              </a:defRPr>
            </a:lvl3pPr>
            <a:lvl4pPr>
              <a:defRPr sz="1575" b="0">
                <a:solidFill>
                  <a:srgbClr val="5F6D63"/>
                </a:solidFill>
                <a:latin typeface="Arial"/>
                <a:ea typeface="Arial"/>
                <a:cs typeface="Arial"/>
              </a:defRPr>
            </a:lvl4pPr>
            <a:lvl5pPr>
              <a:defRPr sz="1575" b="0">
                <a:solidFill>
                  <a:srgbClr val="5F6D63"/>
                </a:solidFill>
                <a:latin typeface="Arial"/>
                <a:ea typeface="Arial"/>
                <a:cs typeface="Arial"/>
              </a:defRPr>
            </a:lvl5pPr>
            <a:lvl6pPr>
              <a:defRPr sz="1575" b="0">
                <a:solidFill>
                  <a:srgbClr val="5F6D63"/>
                </a:solidFill>
                <a:latin typeface="Arial"/>
                <a:ea typeface="Arial"/>
                <a:cs typeface="Arial"/>
              </a:defRPr>
            </a:lvl6pPr>
            <a:lvl7pPr>
              <a:defRPr sz="1575" b="0">
                <a:solidFill>
                  <a:srgbClr val="5F6D63"/>
                </a:solidFill>
                <a:latin typeface="Arial"/>
                <a:ea typeface="Arial"/>
                <a:cs typeface="Arial"/>
              </a:defRPr>
            </a:lvl7pPr>
            <a:lvl8pPr>
              <a:defRPr sz="1575" b="0">
                <a:solidFill>
                  <a:srgbClr val="5F6D63"/>
                </a:solidFill>
                <a:latin typeface="Arial"/>
                <a:ea typeface="Arial"/>
                <a:cs typeface="Arial"/>
              </a:defRPr>
            </a:lvl8pPr>
            <a:lvl9pPr>
              <a:defRPr sz="1575" b="0">
                <a:solidFill>
                  <a:srgbClr val="5F6D63"/>
                </a:solidFill>
                <a:latin typeface="Arial"/>
                <a:ea typeface="Arial"/>
                <a:cs typeface="Arial"/>
              </a:defRPr>
            </a:lvl9pPr>
          </a:lstStyle>
          <a:p xmlns:a="http://schemas.openxmlformats.org/drawingml/2006/main">
            <a:pPr>
              <a:defRPr sz="1575" b="0">
                <a:solidFill>
                  <a:srgbClr val="5F6D63"/>
                </a:solidFill>
                <a:latin typeface="Arial"/>
                <a:ea typeface="Arial"/>
                <a:cs typeface="Arial"/>
              </a:defRPr>
            </a:pPr>
            <a:r>
              <a:rPr sz="1575" b="0">
                <a:solidFill>
                  <a:srgbClr val="5F6D63"/>
                </a:solidFill>
                <a:latin typeface="Arial"/>
                <a:ea typeface="Arial"/>
                <a:cs typeface="Arial"/>
              </a:rPr>
              <a:t>Это альтернативные исходы одной брони. Повторная продажа запрещена.</a:t>
            </a:r>
          </a:p>
        </p:txBody>
      </p:sp>
    </p:spTree>
    <p:extLst>
      <p:ext uri="{BB962C8B-B14F-4D97-AF65-F5344CB8AC3E}">
        <p14:creationId xmlns:p14="http://schemas.microsoft.com/office/powerpoint/2010/main" val="242895566"/>
      </p:ext>
    </p:extLst>
  </p:cSld>
</p:sld>
</file>

<file path=ppt/slides/slide9.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D07E91-0183-4FEE-A6CB-B3B77B248C36}"/>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Роли и доступ к операциям</a:t>
            </a:r>
          </a:p>
        </p:txBody>
      </p:sp>
      <p:sp>
        <p:nvSpPr>
          <p:cNvPr id="2" name="">
            <a:extLst xmlns:a="http://schemas.openxmlformats.org/drawingml/2006/main">
              <a:ext uri="{FF2B5EF4-FFF2-40B4-BE49-F238E27FC236}">
                <a16:creationId xmlns:a16="http://schemas.microsoft.com/office/drawing/2014/main" id="{6C82E82B-37E5-42C3-87BC-272644F18A0F}"/>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DCB51E10-D7B7-4C0D-A7F4-0322F92037CA}"/>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9 / 11</a:t>
            </a:r>
          </a:p>
        </p:txBody>
      </p:sp>
      <p:graphicFrame>
        <p:nvGraphicFramePr>
          <p:cNvPr id="4" name="">
            <a:extLst xmlns:a="http://schemas.openxmlformats.org/drawingml/2006/main">
              <a:ext uri="{FF2B5EF4-FFF2-40B4-BE49-F238E27FC236}">
                <a16:creationId xmlns:a16="http://schemas.microsoft.com/office/drawing/2014/main" id="{03020F46-2750-43E2-81D5-7330ECBE1C1D}"/>
              </a:ext>
            </a:extLst>
          </p:cNvPr>
          <p:cNvGraphicFramePr/>
          <p:nvPr/>
        </p:nvGraphicFramePr>
        <p:xfrm>
          <a:off xmlns:a="http://schemas.openxmlformats.org/drawingml/2006/main" x="714375" y="2047875"/>
          <a:ext xmlns:a="http://schemas.openxmlformats.org/drawingml/2006/main" cx="10715625" cy="3238500"/>
        </p:xfrm>
        <a:graphic xmlns:a="http://schemas.openxmlformats.org/drawingml/2006/main">
          <a:graphicData uri="http://schemas.openxmlformats.org/drawingml/2006/table">
            <a:tbl>
              <a:tblPr/>
              <a:tblGrid>
                <a:gridCol w="4429125"/>
                <a:gridCol w="1905000"/>
                <a:gridCol w="2000250"/>
                <a:gridCol w="2381250"/>
              </a:tblGrid>
              <a:tr h="647700">
                <a:tc>
                  <a:txBody>
                    <a:bodyPr/>
                    <a:lstStyle/>
                    <a:p>
                      <a:r>
                        <a:rPr sz="1950" b="1">
                          <a:solidFill>
                            <a:srgbClr val="FFFFFF"/>
                          </a:solidFill>
                          <a:latin typeface="Arial"/>
                          <a:ea typeface="Arial"/>
                          <a:cs typeface="Arial"/>
                        </a:rPr>
                        <a:t>Возможность</a:t>
                      </a:r>
                    </a:p>
                  </a:txBody>
                  <a:tcPr marL="91440" marR="91440" marT="45720" marB="45720">
                    <a:lnL w="9525">
                      <a:solidFill>
                        <a:srgbClr val="CED8D0"/>
                      </a:solidFill>
                      <a:prstDash val="solid"/>
                    </a:lnL>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Покупка</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Продажа</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Полные права</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r>
              <a:tr h="647700">
                <a:tc>
                  <a:txBody>
                    <a:bodyPr/>
                    <a:lstStyle/>
                    <a:p>
                      <a:r>
                        <a:rPr sz="1950" b="0">
                          <a:solidFill>
                            <a:srgbClr val="20382C"/>
                          </a:solidFill>
                          <a:latin typeface="Arial"/>
                          <a:ea typeface="Arial"/>
                          <a:cs typeface="Arial"/>
                        </a:rPr>
                        <a:t>Поступления</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Нет</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FFFFFF"/>
                    </a:solidFill>
                  </a:tcPr>
                </a:tc>
              </a:tr>
              <a:tr h="647700">
                <a:tc>
                  <a:txBody>
                    <a:bodyPr/>
                    <a:lstStyle/>
                    <a:p>
                      <a:r>
                        <a:rPr sz="1950" b="0">
                          <a:solidFill>
                            <a:srgbClr val="20382C"/>
                          </a:solidFill>
                          <a:latin typeface="Arial"/>
                          <a:ea typeface="Arial"/>
                          <a:cs typeface="Arial"/>
                        </a:rPr>
                        <a:t>Изменение цен</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Нет</a:t>
                      </a:r>
                    </a:p>
                  </a:txBody>
                  <a:tcPr marL="91440" marR="91440" marT="45720" marB="45720">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E6EFE7"/>
                    </a:solidFill>
                  </a:tcPr>
                </a:tc>
              </a:tr>
              <a:tr h="647700">
                <a:tc>
                  <a:txBody>
                    <a:bodyPr/>
                    <a:lstStyle/>
                    <a:p>
                      <a:r>
                        <a:rPr sz="1950" b="0">
                          <a:solidFill>
                            <a:srgbClr val="20382C"/>
                          </a:solidFill>
                          <a:latin typeface="Arial"/>
                          <a:ea typeface="Arial"/>
                          <a:cs typeface="Arial"/>
                        </a:rPr>
                        <a:t>Продажи и брони</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Нет</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FFFFFF"/>
                    </a:solidFill>
                  </a:tcPr>
                </a:tc>
              </a:tr>
              <a:tr h="647700">
                <a:tc>
                  <a:txBody>
                    <a:bodyPr/>
                    <a:lstStyle/>
                    <a:p>
                      <a:r>
                        <a:rPr sz="1950" b="0">
                          <a:solidFill>
                            <a:srgbClr val="20382C"/>
                          </a:solidFill>
                          <a:latin typeface="Arial"/>
                          <a:ea typeface="Arial"/>
                          <a:cs typeface="Arial"/>
                        </a:rPr>
                        <a:t>Просмотр остатков</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Да</a:t>
                      </a:r>
                    </a:p>
                  </a:txBody>
                  <a:tcPr marL="91440" marR="91440" marT="45720" marB="45720">
                    <a:lnR w="9525">
                      <a:solidFill>
                        <a:srgbClr val="CED8D0"/>
                      </a:solidFill>
                      <a:prstDash val="solid"/>
                    </a:lnR>
                    <a:lnB w="9525">
                      <a:solidFill>
                        <a:srgbClr val="CED8D0"/>
                      </a:solidFill>
                      <a:prstDash val="solid"/>
                    </a:lnB>
                    <a:solidFill>
                      <a:srgbClr val="E6EFE7"/>
                    </a:solidFill>
                  </a:tcPr>
                </a:tc>
              </a:tr>
            </a:tbl>
          </a:graphicData>
        </a:graphic>
      </p:graphicFrame>
      <p:sp>
        <p:nvSpPr>
          <p:cNvPr id="5" name="">
            <a:extLst xmlns:a="http://schemas.openxmlformats.org/drawingml/2006/main">
              <a:ext uri="{FF2B5EF4-FFF2-40B4-BE49-F238E27FC236}">
                <a16:creationId xmlns:a16="http://schemas.microsoft.com/office/drawing/2014/main" id="{BBB3D422-47E7-45F5-AEA8-E1F4AF7B54B4}"/>
              </a:ext>
            </a:extLst>
          </p:cNvPr>
          <p:cNvSpPr>
            <a:spLocks xmlns:a="http://schemas.openxmlformats.org/drawingml/2006/main" noGrp="1"/>
          </p:cNvSpPr>
          <p:nvPr/>
        </p:nvSpPr>
        <p:spPr>
          <a:xfrm xmlns:a="http://schemas.openxmlformats.org/drawingml/2006/main">
            <a:off x="714375" y="5667375"/>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82C"/>
                </a:solidFill>
                <a:latin typeface="Arial"/>
                <a:ea typeface="Arial"/>
                <a:cs typeface="Arial"/>
              </a:defRPr>
            </a:defPPr>
            <a:lvl1pPr>
              <a:defRPr sz="2100" b="0">
                <a:solidFill>
                  <a:srgbClr val="20382C"/>
                </a:solidFill>
                <a:latin typeface="Arial"/>
                <a:ea typeface="Arial"/>
                <a:cs typeface="Arial"/>
              </a:defRPr>
            </a:lvl1pPr>
            <a:lvl2pPr>
              <a:defRPr sz="2100" b="0">
                <a:solidFill>
                  <a:srgbClr val="20382C"/>
                </a:solidFill>
                <a:latin typeface="Arial"/>
                <a:ea typeface="Arial"/>
                <a:cs typeface="Arial"/>
              </a:defRPr>
            </a:lvl2pPr>
            <a:lvl3pPr>
              <a:defRPr sz="2100" b="0">
                <a:solidFill>
                  <a:srgbClr val="20382C"/>
                </a:solidFill>
                <a:latin typeface="Arial"/>
                <a:ea typeface="Arial"/>
                <a:cs typeface="Arial"/>
              </a:defRPr>
            </a:lvl3pPr>
            <a:lvl4pPr>
              <a:defRPr sz="2100" b="0">
                <a:solidFill>
                  <a:srgbClr val="20382C"/>
                </a:solidFill>
                <a:latin typeface="Arial"/>
                <a:ea typeface="Arial"/>
                <a:cs typeface="Arial"/>
              </a:defRPr>
            </a:lvl4pPr>
            <a:lvl5pPr>
              <a:defRPr sz="2100" b="0">
                <a:solidFill>
                  <a:srgbClr val="20382C"/>
                </a:solidFill>
                <a:latin typeface="Arial"/>
                <a:ea typeface="Arial"/>
                <a:cs typeface="Arial"/>
              </a:defRPr>
            </a:lvl5pPr>
            <a:lvl6pPr>
              <a:defRPr sz="2100" b="0">
                <a:solidFill>
                  <a:srgbClr val="20382C"/>
                </a:solidFill>
                <a:latin typeface="Arial"/>
                <a:ea typeface="Arial"/>
                <a:cs typeface="Arial"/>
              </a:defRPr>
            </a:lvl6pPr>
            <a:lvl7pPr>
              <a:defRPr sz="2100" b="0">
                <a:solidFill>
                  <a:srgbClr val="20382C"/>
                </a:solidFill>
                <a:latin typeface="Arial"/>
                <a:ea typeface="Arial"/>
                <a:cs typeface="Arial"/>
              </a:defRPr>
            </a:lvl7pPr>
            <a:lvl8pPr>
              <a:defRPr sz="2100" b="0">
                <a:solidFill>
                  <a:srgbClr val="20382C"/>
                </a:solidFill>
                <a:latin typeface="Arial"/>
                <a:ea typeface="Arial"/>
                <a:cs typeface="Arial"/>
              </a:defRPr>
            </a:lvl8pPr>
            <a:lvl9pPr>
              <a:defRPr sz="2100" b="0">
                <a:solidFill>
                  <a:srgbClr val="20382C"/>
                </a:solidFill>
                <a:latin typeface="Arial"/>
                <a:ea typeface="Arial"/>
                <a:cs typeface="Arial"/>
              </a:defRPr>
            </a:lvl9pPr>
          </a:lstStyle>
          <a:p xmlns:a="http://schemas.openxmlformats.org/drawingml/2006/main">
            <a:pPr>
              <a:defRPr sz="2100" b="0">
                <a:solidFill>
                  <a:srgbClr val="20382C"/>
                </a:solidFill>
                <a:latin typeface="Arial"/>
                <a:ea typeface="Arial"/>
                <a:cs typeface="Arial"/>
              </a:defRPr>
            </a:pPr>
            <a:r>
              <a:rPr sz="2100" b="0">
                <a:solidFill>
                  <a:srgbClr val="20382C"/>
                </a:solidFill>
                <a:latin typeface="Arial"/>
                <a:ea typeface="Arial"/>
                <a:cs typeface="Arial"/>
              </a:rPr>
              <a:t>Система проверяет обязательные поля, положительные цены и количество.</a:t>
            </a:r>
          </a:p>
        </p:txBody>
      </p:sp>
    </p:spTree>
    <p:extLst>
      <p:ext uri="{BB962C8B-B14F-4D97-AF65-F5344CB8AC3E}">
        <p14:creationId xmlns:p14="http://schemas.microsoft.com/office/powerpoint/2010/main" val="2110791235"/>
      </p:ext>
    </p:extLst>
  </p:cSld>
</p:sld>
</file>

<file path=ppt/slides/slide10.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AFBA4A-F6D5-49B8-B2D3-A1B017EEDE77}"/>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Проверка конфигурации</a:t>
            </a:r>
          </a:p>
        </p:txBody>
      </p:sp>
      <p:sp>
        <p:nvSpPr>
          <p:cNvPr id="2" name="">
            <a:extLst xmlns:a="http://schemas.openxmlformats.org/drawingml/2006/main">
              <a:ext uri="{FF2B5EF4-FFF2-40B4-BE49-F238E27FC236}">
                <a16:creationId xmlns:a16="http://schemas.microsoft.com/office/drawing/2014/main" id="{71D150D1-A0CF-4E51-AEE6-BC8E47F8AE39}"/>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E2605F6A-55CC-4918-8693-CAA98E93D962}"/>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10 / 11</a:t>
            </a:r>
          </a:p>
        </p:txBody>
      </p:sp>
      <p:sp>
        <p:nvSpPr>
          <p:cNvPr id="4" name="">
            <a:extLst xmlns:a="http://schemas.openxmlformats.org/drawingml/2006/main">
              <a:ext uri="{FF2B5EF4-FFF2-40B4-BE49-F238E27FC236}">
                <a16:creationId xmlns:a16="http://schemas.microsoft.com/office/drawing/2014/main" id="{DA0CDB5D-FCE0-4CC7-A9A8-526478B4B47E}"/>
              </a:ext>
            </a:extLst>
          </p:cNvPr>
          <p:cNvSpPr>
            <a:spLocks xmlns:a="http://schemas.openxmlformats.org/drawingml/2006/main" noGrp="1"/>
          </p:cNvSpPr>
          <p:nvPr/>
        </p:nvSpPr>
        <p:spPr>
          <a:xfrm xmlns:a="http://schemas.openxmlformats.org/drawingml/2006/main">
            <a:off x="714375" y="1714500"/>
            <a:ext cx="4191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900" b="1">
                <a:solidFill>
                  <a:srgbClr val="2F6B4F"/>
                </a:solidFill>
                <a:latin typeface="Arial"/>
                <a:ea typeface="Arial"/>
                <a:cs typeface="Arial"/>
              </a:defRPr>
            </a:defPPr>
            <a:lvl1pPr>
              <a:defRPr sz="9900" b="1">
                <a:solidFill>
                  <a:srgbClr val="2F6B4F"/>
                </a:solidFill>
                <a:latin typeface="Arial"/>
                <a:ea typeface="Arial"/>
                <a:cs typeface="Arial"/>
              </a:defRPr>
            </a:lvl1pPr>
            <a:lvl2pPr>
              <a:defRPr sz="9900" b="1">
                <a:solidFill>
                  <a:srgbClr val="2F6B4F"/>
                </a:solidFill>
                <a:latin typeface="Arial"/>
                <a:ea typeface="Arial"/>
                <a:cs typeface="Arial"/>
              </a:defRPr>
            </a:lvl2pPr>
            <a:lvl3pPr>
              <a:defRPr sz="9900" b="1">
                <a:solidFill>
                  <a:srgbClr val="2F6B4F"/>
                </a:solidFill>
                <a:latin typeface="Arial"/>
                <a:ea typeface="Arial"/>
                <a:cs typeface="Arial"/>
              </a:defRPr>
            </a:lvl3pPr>
            <a:lvl4pPr>
              <a:defRPr sz="9900" b="1">
                <a:solidFill>
                  <a:srgbClr val="2F6B4F"/>
                </a:solidFill>
                <a:latin typeface="Arial"/>
                <a:ea typeface="Arial"/>
                <a:cs typeface="Arial"/>
              </a:defRPr>
            </a:lvl4pPr>
            <a:lvl5pPr>
              <a:defRPr sz="9900" b="1">
                <a:solidFill>
                  <a:srgbClr val="2F6B4F"/>
                </a:solidFill>
                <a:latin typeface="Arial"/>
                <a:ea typeface="Arial"/>
                <a:cs typeface="Arial"/>
              </a:defRPr>
            </a:lvl5pPr>
            <a:lvl6pPr>
              <a:defRPr sz="9900" b="1">
                <a:solidFill>
                  <a:srgbClr val="2F6B4F"/>
                </a:solidFill>
                <a:latin typeface="Arial"/>
                <a:ea typeface="Arial"/>
                <a:cs typeface="Arial"/>
              </a:defRPr>
            </a:lvl6pPr>
            <a:lvl7pPr>
              <a:defRPr sz="9900" b="1">
                <a:solidFill>
                  <a:srgbClr val="2F6B4F"/>
                </a:solidFill>
                <a:latin typeface="Arial"/>
                <a:ea typeface="Arial"/>
                <a:cs typeface="Arial"/>
              </a:defRPr>
            </a:lvl7pPr>
            <a:lvl8pPr>
              <a:defRPr sz="9900" b="1">
                <a:solidFill>
                  <a:srgbClr val="2F6B4F"/>
                </a:solidFill>
                <a:latin typeface="Arial"/>
                <a:ea typeface="Arial"/>
                <a:cs typeface="Arial"/>
              </a:defRPr>
            </a:lvl8pPr>
            <a:lvl9pPr>
              <a:defRPr sz="9900" b="1">
                <a:solidFill>
                  <a:srgbClr val="2F6B4F"/>
                </a:solidFill>
                <a:latin typeface="Arial"/>
                <a:ea typeface="Arial"/>
                <a:cs typeface="Arial"/>
              </a:defRPr>
            </a:lvl9pPr>
          </a:lstStyle>
          <a:p xmlns:a="http://schemas.openxmlformats.org/drawingml/2006/main">
            <a:pPr>
              <a:defRPr sz="9900" b="1">
                <a:solidFill>
                  <a:srgbClr val="2F6B4F"/>
                </a:solidFill>
                <a:latin typeface="Arial"/>
                <a:ea typeface="Arial"/>
                <a:cs typeface="Arial"/>
              </a:defRPr>
            </a:pPr>
            <a:r>
              <a:rPr sz="9900" b="1">
                <a:solidFill>
                  <a:srgbClr val="2F6B4F"/>
                </a:solidFill>
                <a:latin typeface="Arial"/>
                <a:ea typeface="Arial"/>
                <a:cs typeface="Arial"/>
              </a:rPr>
              <a:t>83</a:t>
            </a:r>
          </a:p>
        </p:txBody>
      </p:sp>
      <p:sp>
        <p:nvSpPr>
          <p:cNvPr id="5" name="">
            <a:extLst xmlns:a="http://schemas.openxmlformats.org/drawingml/2006/main">
              <a:ext uri="{FF2B5EF4-FFF2-40B4-BE49-F238E27FC236}">
                <a16:creationId xmlns:a16="http://schemas.microsoft.com/office/drawing/2014/main" id="{7D3BA07E-8A85-4274-83DF-108E12BA17FD}"/>
              </a:ext>
            </a:extLst>
          </p:cNvPr>
          <p:cNvSpPr>
            <a:spLocks xmlns:a="http://schemas.openxmlformats.org/drawingml/2006/main" noGrp="1"/>
          </p:cNvSpPr>
          <p:nvPr/>
        </p:nvSpPr>
        <p:spPr>
          <a:xfrm xmlns:a="http://schemas.openxmlformats.org/drawingml/2006/main">
            <a:off x="714375" y="34766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0382C"/>
                </a:solidFill>
                <a:latin typeface="Arial"/>
                <a:ea typeface="Arial"/>
                <a:cs typeface="Arial"/>
              </a:defRPr>
            </a:defPPr>
            <a:lvl1pPr>
              <a:defRPr sz="2325" b="0">
                <a:solidFill>
                  <a:srgbClr val="20382C"/>
                </a:solidFill>
                <a:latin typeface="Arial"/>
                <a:ea typeface="Arial"/>
                <a:cs typeface="Arial"/>
              </a:defRPr>
            </a:lvl1pPr>
            <a:lvl2pPr>
              <a:defRPr sz="2325" b="0">
                <a:solidFill>
                  <a:srgbClr val="20382C"/>
                </a:solidFill>
                <a:latin typeface="Arial"/>
                <a:ea typeface="Arial"/>
                <a:cs typeface="Arial"/>
              </a:defRPr>
            </a:lvl2pPr>
            <a:lvl3pPr>
              <a:defRPr sz="2325" b="0">
                <a:solidFill>
                  <a:srgbClr val="20382C"/>
                </a:solidFill>
                <a:latin typeface="Arial"/>
                <a:ea typeface="Arial"/>
                <a:cs typeface="Arial"/>
              </a:defRPr>
            </a:lvl3pPr>
            <a:lvl4pPr>
              <a:defRPr sz="2325" b="0">
                <a:solidFill>
                  <a:srgbClr val="20382C"/>
                </a:solidFill>
                <a:latin typeface="Arial"/>
                <a:ea typeface="Arial"/>
                <a:cs typeface="Arial"/>
              </a:defRPr>
            </a:lvl4pPr>
            <a:lvl5pPr>
              <a:defRPr sz="2325" b="0">
                <a:solidFill>
                  <a:srgbClr val="20382C"/>
                </a:solidFill>
                <a:latin typeface="Arial"/>
                <a:ea typeface="Arial"/>
                <a:cs typeface="Arial"/>
              </a:defRPr>
            </a:lvl5pPr>
            <a:lvl6pPr>
              <a:defRPr sz="2325" b="0">
                <a:solidFill>
                  <a:srgbClr val="20382C"/>
                </a:solidFill>
                <a:latin typeface="Arial"/>
                <a:ea typeface="Arial"/>
                <a:cs typeface="Arial"/>
              </a:defRPr>
            </a:lvl6pPr>
            <a:lvl7pPr>
              <a:defRPr sz="2325" b="0">
                <a:solidFill>
                  <a:srgbClr val="20382C"/>
                </a:solidFill>
                <a:latin typeface="Arial"/>
                <a:ea typeface="Arial"/>
                <a:cs typeface="Arial"/>
              </a:defRPr>
            </a:lvl7pPr>
            <a:lvl8pPr>
              <a:defRPr sz="2325" b="0">
                <a:solidFill>
                  <a:srgbClr val="20382C"/>
                </a:solidFill>
                <a:latin typeface="Arial"/>
                <a:ea typeface="Arial"/>
                <a:cs typeface="Arial"/>
              </a:defRPr>
            </a:lvl8pPr>
            <a:lvl9pPr>
              <a:defRPr sz="2325" b="0">
                <a:solidFill>
                  <a:srgbClr val="20382C"/>
                </a:solidFill>
                <a:latin typeface="Arial"/>
                <a:ea typeface="Arial"/>
                <a:cs typeface="Arial"/>
              </a:defRPr>
            </a:lvl9pPr>
          </a:lstStyle>
          <a:p xmlns:a="http://schemas.openxmlformats.org/drawingml/2006/main">
            <a:pPr>
              <a:defRPr sz="2325" b="0">
                <a:solidFill>
                  <a:srgbClr val="20382C"/>
                </a:solidFill>
                <a:latin typeface="Arial"/>
                <a:ea typeface="Arial"/>
                <a:cs typeface="Arial"/>
              </a:defRPr>
            </a:pPr>
            <a:r>
              <a:rPr sz="2325" b="0">
                <a:solidFill>
                  <a:srgbClr val="20382C"/>
                </a:solidFill>
                <a:latin typeface="Arial"/>
                <a:ea typeface="Arial"/>
                <a:cs typeface="Arial"/>
              </a:rPr>
              <a:t>успешные автоматические проверки</a:t>
            </a:r>
          </a:p>
        </p:txBody>
      </p:sp>
      <p:graphicFrame>
        <p:nvGraphicFramePr>
          <p:cNvPr id="6" name="">
            <a:extLst xmlns:a="http://schemas.openxmlformats.org/drawingml/2006/main">
              <a:ext uri="{FF2B5EF4-FFF2-40B4-BE49-F238E27FC236}">
                <a16:creationId xmlns:a16="http://schemas.microsoft.com/office/drawing/2014/main" id="{289468CD-5A53-4315-98DD-4B29A0FB170E}"/>
              </a:ext>
            </a:extLst>
          </p:cNvPr>
          <p:cNvGraphicFramePr/>
          <p:nvPr/>
        </p:nvGraphicFramePr>
        <p:xfrm>
          <a:off xmlns:a="http://schemas.openxmlformats.org/drawingml/2006/main" x="6191250" y="1857375"/>
          <a:ext xmlns:a="http://schemas.openxmlformats.org/drawingml/2006/main" cx="5238750" cy="2714625"/>
        </p:xfrm>
        <a:graphic xmlns:a="http://schemas.openxmlformats.org/drawingml/2006/main">
          <a:graphicData uri="http://schemas.openxmlformats.org/drawingml/2006/table">
            <a:tbl>
              <a:tblPr/>
              <a:tblGrid>
                <a:gridCol w="3714750"/>
                <a:gridCol w="1524000"/>
              </a:tblGrid>
              <a:tr h="678656">
                <a:tc>
                  <a:txBody>
                    <a:bodyPr/>
                    <a:lstStyle/>
                    <a:p>
                      <a:r>
                        <a:rPr sz="1950" b="1">
                          <a:solidFill>
                            <a:srgbClr val="FFFFFF"/>
                          </a:solidFill>
                          <a:latin typeface="Arial"/>
                          <a:ea typeface="Arial"/>
                          <a:cs typeface="Arial"/>
                        </a:rPr>
                        <a:t>Группа</a:t>
                      </a:r>
                    </a:p>
                  </a:txBody>
                  <a:tcPr marL="91440" marR="91440" marT="45720" marB="45720">
                    <a:lnL w="9525">
                      <a:solidFill>
                        <a:srgbClr val="CED8D0"/>
                      </a:solidFill>
                      <a:prstDash val="solid"/>
                    </a:lnL>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c>
                  <a:txBody>
                    <a:bodyPr/>
                    <a:lstStyle/>
                    <a:p>
                      <a:r>
                        <a:rPr sz="1950" b="1">
                          <a:solidFill>
                            <a:srgbClr val="FFFFFF"/>
                          </a:solidFill>
                          <a:latin typeface="Arial"/>
                          <a:ea typeface="Arial"/>
                          <a:cs typeface="Arial"/>
                        </a:rPr>
                        <a:t>Проверок</a:t>
                      </a:r>
                    </a:p>
                  </a:txBody>
                  <a:tcPr marL="91440" marR="91440" marT="45720" marB="45720">
                    <a:lnR w="9525">
                      <a:solidFill>
                        <a:srgbClr val="CED8D0"/>
                      </a:solidFill>
                      <a:prstDash val="solid"/>
                    </a:lnR>
                    <a:lnT w="9525">
                      <a:solidFill>
                        <a:srgbClr val="CED8D0"/>
                      </a:solidFill>
                      <a:prstDash val="solid"/>
                    </a:lnT>
                    <a:lnB w="9525">
                      <a:solidFill>
                        <a:srgbClr val="CED8D0"/>
                      </a:solidFill>
                      <a:prstDash val="solid"/>
                    </a:lnB>
                    <a:solidFill>
                      <a:srgbClr val="2F6B4F"/>
                    </a:solidFill>
                  </a:tcPr>
                </a:tc>
              </a:tr>
              <a:tr h="678656">
                <a:tc>
                  <a:txBody>
                    <a:bodyPr/>
                    <a:lstStyle/>
                    <a:p>
                      <a:r>
                        <a:rPr sz="1950" b="0">
                          <a:solidFill>
                            <a:srgbClr val="20382C"/>
                          </a:solidFill>
                          <a:latin typeface="Arial"/>
                          <a:ea typeface="Arial"/>
                          <a:cs typeface="Arial"/>
                        </a:rPr>
                        <a:t>Учёт, формы и права</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49</a:t>
                      </a:r>
                    </a:p>
                  </a:txBody>
                  <a:tcPr marL="91440" marR="91440" marT="45720" marB="45720">
                    <a:lnR w="9525">
                      <a:solidFill>
                        <a:srgbClr val="CED8D0"/>
                      </a:solidFill>
                      <a:prstDash val="solid"/>
                    </a:lnR>
                    <a:lnB w="9525">
                      <a:solidFill>
                        <a:srgbClr val="CED8D0"/>
                      </a:solidFill>
                      <a:prstDash val="solid"/>
                    </a:lnB>
                    <a:solidFill>
                      <a:srgbClr val="FFFFFF"/>
                    </a:solidFill>
                  </a:tcPr>
                </a:tc>
              </a:tr>
              <a:tr h="678656">
                <a:tc>
                  <a:txBody>
                    <a:bodyPr/>
                    <a:lstStyle/>
                    <a:p>
                      <a:r>
                        <a:rPr sz="1950" b="0">
                          <a:solidFill>
                            <a:srgbClr val="20382C"/>
                          </a:solidFill>
                          <a:latin typeface="Arial"/>
                          <a:ea typeface="Arial"/>
                          <a:cs typeface="Arial"/>
                        </a:rPr>
                        <a:t>Бронирование</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E6EFE7"/>
                    </a:solidFill>
                  </a:tcPr>
                </a:tc>
                <a:tc>
                  <a:txBody>
                    <a:bodyPr/>
                    <a:lstStyle/>
                    <a:p>
                      <a:r>
                        <a:rPr sz="1950" b="0">
                          <a:solidFill>
                            <a:srgbClr val="20382C"/>
                          </a:solidFill>
                          <a:latin typeface="Arial"/>
                          <a:ea typeface="Arial"/>
                          <a:cs typeface="Arial"/>
                        </a:rPr>
                        <a:t>28</a:t>
                      </a:r>
                    </a:p>
                  </a:txBody>
                  <a:tcPr marL="91440" marR="91440" marT="45720" marB="45720">
                    <a:lnR w="9525">
                      <a:solidFill>
                        <a:srgbClr val="CED8D0"/>
                      </a:solidFill>
                      <a:prstDash val="solid"/>
                    </a:lnR>
                    <a:lnB w="9525">
                      <a:solidFill>
                        <a:srgbClr val="CED8D0"/>
                      </a:solidFill>
                      <a:prstDash val="solid"/>
                    </a:lnB>
                    <a:solidFill>
                      <a:srgbClr val="E6EFE7"/>
                    </a:solidFill>
                  </a:tcPr>
                </a:tc>
              </a:tr>
              <a:tr h="678656">
                <a:tc>
                  <a:txBody>
                    <a:bodyPr/>
                    <a:lstStyle/>
                    <a:p>
                      <a:r>
                        <a:rPr sz="1950" b="0">
                          <a:solidFill>
                            <a:srgbClr val="20382C"/>
                          </a:solidFill>
                          <a:latin typeface="Arial"/>
                          <a:ea typeface="Arial"/>
                          <a:cs typeface="Arial"/>
                        </a:rPr>
                        <a:t>Новые команды формы</a:t>
                      </a:r>
                    </a:p>
                  </a:txBody>
                  <a:tcPr marL="91440" marR="91440" marT="45720" marB="45720">
                    <a:lnL w="9525">
                      <a:solidFill>
                        <a:srgbClr val="CED8D0"/>
                      </a:solidFill>
                      <a:prstDash val="solid"/>
                    </a:lnL>
                    <a:lnR w="9525">
                      <a:solidFill>
                        <a:srgbClr val="CED8D0"/>
                      </a:solidFill>
                      <a:prstDash val="solid"/>
                    </a:lnR>
                    <a:lnB w="9525">
                      <a:solidFill>
                        <a:srgbClr val="CED8D0"/>
                      </a:solidFill>
                      <a:prstDash val="solid"/>
                    </a:lnB>
                    <a:solidFill>
                      <a:srgbClr val="FFFFFF"/>
                    </a:solidFill>
                  </a:tcPr>
                </a:tc>
                <a:tc>
                  <a:txBody>
                    <a:bodyPr/>
                    <a:lstStyle/>
                    <a:p>
                      <a:r>
                        <a:rPr sz="1950" b="0">
                          <a:solidFill>
                            <a:srgbClr val="20382C"/>
                          </a:solidFill>
                          <a:latin typeface="Arial"/>
                          <a:ea typeface="Arial"/>
                          <a:cs typeface="Arial"/>
                        </a:rPr>
                        <a:t>6</a:t>
                      </a:r>
                    </a:p>
                  </a:txBody>
                  <a:tcPr marL="91440" marR="91440" marT="45720" marB="45720">
                    <a:lnR w="9525">
                      <a:solidFill>
                        <a:srgbClr val="CED8D0"/>
                      </a:solidFill>
                      <a:prstDash val="solid"/>
                    </a:lnR>
                    <a:lnB w="9525">
                      <a:solidFill>
                        <a:srgbClr val="CED8D0"/>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527CA44-206C-4EA1-8044-55E20D8846E6}"/>
              </a:ext>
            </a:extLst>
          </p:cNvPr>
          <p:cNvSpPr>
            <a:spLocks xmlns:a="http://schemas.openxmlformats.org/drawingml/2006/main" noGrp="1"/>
          </p:cNvSpPr>
          <p:nvPr/>
        </p:nvSpPr>
        <p:spPr>
          <a:xfrm xmlns:a="http://schemas.openxmlformats.org/drawingml/2006/main">
            <a:off x="714375" y="4953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82C"/>
                </a:solidFill>
                <a:latin typeface="Arial"/>
                <a:ea typeface="Arial"/>
                <a:cs typeface="Arial"/>
              </a:defRPr>
            </a:defPPr>
            <a:lvl1pPr>
              <a:defRPr sz="2100" b="0">
                <a:solidFill>
                  <a:srgbClr val="20382C"/>
                </a:solidFill>
                <a:latin typeface="Arial"/>
                <a:ea typeface="Arial"/>
                <a:cs typeface="Arial"/>
              </a:defRPr>
            </a:lvl1pPr>
            <a:lvl2pPr>
              <a:defRPr sz="2100" b="0">
                <a:solidFill>
                  <a:srgbClr val="20382C"/>
                </a:solidFill>
                <a:latin typeface="Arial"/>
                <a:ea typeface="Arial"/>
                <a:cs typeface="Arial"/>
              </a:defRPr>
            </a:lvl2pPr>
            <a:lvl3pPr>
              <a:defRPr sz="2100" b="0">
                <a:solidFill>
                  <a:srgbClr val="20382C"/>
                </a:solidFill>
                <a:latin typeface="Arial"/>
                <a:ea typeface="Arial"/>
                <a:cs typeface="Arial"/>
              </a:defRPr>
            </a:lvl3pPr>
            <a:lvl4pPr>
              <a:defRPr sz="2100" b="0">
                <a:solidFill>
                  <a:srgbClr val="20382C"/>
                </a:solidFill>
                <a:latin typeface="Arial"/>
                <a:ea typeface="Arial"/>
                <a:cs typeface="Arial"/>
              </a:defRPr>
            </a:lvl4pPr>
            <a:lvl5pPr>
              <a:defRPr sz="2100" b="0">
                <a:solidFill>
                  <a:srgbClr val="20382C"/>
                </a:solidFill>
                <a:latin typeface="Arial"/>
                <a:ea typeface="Arial"/>
                <a:cs typeface="Arial"/>
              </a:defRPr>
            </a:lvl5pPr>
            <a:lvl6pPr>
              <a:defRPr sz="2100" b="0">
                <a:solidFill>
                  <a:srgbClr val="20382C"/>
                </a:solidFill>
                <a:latin typeface="Arial"/>
                <a:ea typeface="Arial"/>
                <a:cs typeface="Arial"/>
              </a:defRPr>
            </a:lvl6pPr>
            <a:lvl7pPr>
              <a:defRPr sz="2100" b="0">
                <a:solidFill>
                  <a:srgbClr val="20382C"/>
                </a:solidFill>
                <a:latin typeface="Arial"/>
                <a:ea typeface="Arial"/>
                <a:cs typeface="Arial"/>
              </a:defRPr>
            </a:lvl7pPr>
            <a:lvl8pPr>
              <a:defRPr sz="2100" b="0">
                <a:solidFill>
                  <a:srgbClr val="20382C"/>
                </a:solidFill>
                <a:latin typeface="Arial"/>
                <a:ea typeface="Arial"/>
                <a:cs typeface="Arial"/>
              </a:defRPr>
            </a:lvl8pPr>
            <a:lvl9pPr>
              <a:defRPr sz="2100" b="0">
                <a:solidFill>
                  <a:srgbClr val="20382C"/>
                </a:solidFill>
                <a:latin typeface="Arial"/>
                <a:ea typeface="Arial"/>
                <a:cs typeface="Arial"/>
              </a:defRPr>
            </a:lvl9pPr>
          </a:lstStyle>
          <a:p xmlns:a="http://schemas.openxmlformats.org/drawingml/2006/main">
            <a:pPr>
              <a:defRPr sz="2100" b="0">
                <a:solidFill>
                  <a:srgbClr val="20382C"/>
                </a:solidFill>
                <a:latin typeface="Arial"/>
                <a:ea typeface="Arial"/>
                <a:cs typeface="Arial"/>
              </a:defRPr>
            </a:pPr>
            <a:r>
              <a:rPr sz="2100" b="0">
                <a:solidFill>
                  <a:srgbClr val="20382C"/>
                </a:solidFill>
                <a:latin typeface="Arial"/>
                <a:ea typeface="Arial"/>
                <a:cs typeface="Arial"/>
              </a:rPr>
              <a:t>Сценарии повторены после восстановления базы из DT.</a:t>
            </a:r>
          </a:p>
        </p:txBody>
      </p:sp>
      <p:sp>
        <p:nvSpPr>
          <p:cNvPr id="8" name="">
            <a:extLst xmlns:a="http://schemas.openxmlformats.org/drawingml/2006/main">
              <a:ext uri="{FF2B5EF4-FFF2-40B4-BE49-F238E27FC236}">
                <a16:creationId xmlns:a16="http://schemas.microsoft.com/office/drawing/2014/main" id="{C8B62C98-DB9F-40D3-ACB2-6D1167A8D901}"/>
              </a:ext>
            </a:extLst>
          </p:cNvPr>
          <p:cNvSpPr>
            <a:spLocks xmlns:a="http://schemas.openxmlformats.org/drawingml/2006/main" noGrp="1"/>
          </p:cNvSpPr>
          <p:nvPr/>
        </p:nvSpPr>
        <p:spPr>
          <a:xfrm xmlns:a="http://schemas.openxmlformats.org/drawingml/2006/main">
            <a:off x="714375" y="5667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F6D63"/>
                </a:solidFill>
                <a:latin typeface="Arial"/>
                <a:ea typeface="Arial"/>
                <a:cs typeface="Arial"/>
              </a:defRPr>
            </a:defPPr>
            <a:lvl1pPr>
              <a:defRPr sz="1725" b="0">
                <a:solidFill>
                  <a:srgbClr val="5F6D63"/>
                </a:solidFill>
                <a:latin typeface="Arial"/>
                <a:ea typeface="Arial"/>
                <a:cs typeface="Arial"/>
              </a:defRPr>
            </a:lvl1pPr>
            <a:lvl2pPr>
              <a:defRPr sz="1725" b="0">
                <a:solidFill>
                  <a:srgbClr val="5F6D63"/>
                </a:solidFill>
                <a:latin typeface="Arial"/>
                <a:ea typeface="Arial"/>
                <a:cs typeface="Arial"/>
              </a:defRPr>
            </a:lvl2pPr>
            <a:lvl3pPr>
              <a:defRPr sz="1725" b="0">
                <a:solidFill>
                  <a:srgbClr val="5F6D63"/>
                </a:solidFill>
                <a:latin typeface="Arial"/>
                <a:ea typeface="Arial"/>
                <a:cs typeface="Arial"/>
              </a:defRPr>
            </a:lvl3pPr>
            <a:lvl4pPr>
              <a:defRPr sz="1725" b="0">
                <a:solidFill>
                  <a:srgbClr val="5F6D63"/>
                </a:solidFill>
                <a:latin typeface="Arial"/>
                <a:ea typeface="Arial"/>
                <a:cs typeface="Arial"/>
              </a:defRPr>
            </a:lvl4pPr>
            <a:lvl5pPr>
              <a:defRPr sz="1725" b="0">
                <a:solidFill>
                  <a:srgbClr val="5F6D63"/>
                </a:solidFill>
                <a:latin typeface="Arial"/>
                <a:ea typeface="Arial"/>
                <a:cs typeface="Arial"/>
              </a:defRPr>
            </a:lvl5pPr>
            <a:lvl6pPr>
              <a:defRPr sz="1725" b="0">
                <a:solidFill>
                  <a:srgbClr val="5F6D63"/>
                </a:solidFill>
                <a:latin typeface="Arial"/>
                <a:ea typeface="Arial"/>
                <a:cs typeface="Arial"/>
              </a:defRPr>
            </a:lvl6pPr>
            <a:lvl7pPr>
              <a:defRPr sz="1725" b="0">
                <a:solidFill>
                  <a:srgbClr val="5F6D63"/>
                </a:solidFill>
                <a:latin typeface="Arial"/>
                <a:ea typeface="Arial"/>
                <a:cs typeface="Arial"/>
              </a:defRPr>
            </a:lvl7pPr>
            <a:lvl8pPr>
              <a:defRPr sz="1725" b="0">
                <a:solidFill>
                  <a:srgbClr val="5F6D63"/>
                </a:solidFill>
                <a:latin typeface="Arial"/>
                <a:ea typeface="Arial"/>
                <a:cs typeface="Arial"/>
              </a:defRPr>
            </a:lvl8pPr>
            <a:lvl9pPr>
              <a:defRPr sz="1725" b="0">
                <a:solidFill>
                  <a:srgbClr val="5F6D63"/>
                </a:solidFill>
                <a:latin typeface="Arial"/>
                <a:ea typeface="Arial"/>
                <a:cs typeface="Arial"/>
              </a:defRPr>
            </a:lvl9pPr>
          </a:lstStyle>
          <a:p xmlns:a="http://schemas.openxmlformats.org/drawingml/2006/main">
            <a:pPr>
              <a:defRPr sz="1725" b="0">
                <a:solidFill>
                  <a:srgbClr val="5F6D63"/>
                </a:solidFill>
                <a:latin typeface="Arial"/>
                <a:ea typeface="Arial"/>
                <a:cs typeface="Arial"/>
              </a:defRPr>
            </a:pPr>
            <a:r>
              <a:rPr sz="1725" b="0">
                <a:solidFill>
                  <a:srgbClr val="5F6D63"/>
                </a:solidFill>
                <a:latin typeface="Arial"/>
                <a:ea typeface="Arial"/>
                <a:cs typeface="Arial"/>
              </a:rPr>
              <a:t>Автоматические проверки вызывают обработчики программно. Щелчки мышью и читаемость требуют ручной проверки.</a:t>
            </a:r>
          </a:p>
        </p:txBody>
      </p:sp>
    </p:spTree>
    <p:extLst>
      <p:ext uri="{BB962C8B-B14F-4D97-AF65-F5344CB8AC3E}">
        <p14:creationId xmlns:p14="http://schemas.microsoft.com/office/powerpoint/2010/main" val="1360770372"/>
      </p:ext>
    </p:extLst>
  </p:cSld>
</p:sld>
</file>

<file path=ppt/slides/slide11.xml><?xml version="1.0" encoding="utf-8"?>
<p:sld xmlns:p="http://schemas.openxmlformats.org/presentationml/2006/main">
  <p:cSld>
    <p:bg>
      <p:bgPr>
        <a:solidFill xmlns:a="http://schemas.openxmlformats.org/drawingml/2006/main">
          <a:srgbClr val="F8F6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E862B1-EAAC-4058-BD99-5073E7B32ED8}"/>
              </a:ext>
            </a:extLst>
          </p:cNvPr>
          <p:cNvSpPr>
            <a:spLocks xmlns:a="http://schemas.openxmlformats.org/drawingml/2006/main" noGrp="1"/>
          </p:cNvSpPr>
          <p:nvPr/>
        </p:nvSpPr>
        <p:spPr>
          <a:xfrm xmlns:a="http://schemas.openxmlformats.org/drawingml/2006/main">
            <a:off x="68580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0382C"/>
                </a:solidFill>
                <a:latin typeface="Arial"/>
                <a:ea typeface="Arial"/>
                <a:cs typeface="Arial"/>
              </a:defRPr>
            </a:defPPr>
            <a:lvl1pPr>
              <a:defRPr sz="3300" b="1">
                <a:solidFill>
                  <a:srgbClr val="20382C"/>
                </a:solidFill>
                <a:latin typeface="Arial"/>
                <a:ea typeface="Arial"/>
                <a:cs typeface="Arial"/>
              </a:defRPr>
            </a:lvl1pPr>
            <a:lvl2pPr>
              <a:defRPr sz="3300" b="1">
                <a:solidFill>
                  <a:srgbClr val="20382C"/>
                </a:solidFill>
                <a:latin typeface="Arial"/>
                <a:ea typeface="Arial"/>
                <a:cs typeface="Arial"/>
              </a:defRPr>
            </a:lvl2pPr>
            <a:lvl3pPr>
              <a:defRPr sz="3300" b="1">
                <a:solidFill>
                  <a:srgbClr val="20382C"/>
                </a:solidFill>
                <a:latin typeface="Arial"/>
                <a:ea typeface="Arial"/>
                <a:cs typeface="Arial"/>
              </a:defRPr>
            </a:lvl3pPr>
            <a:lvl4pPr>
              <a:defRPr sz="3300" b="1">
                <a:solidFill>
                  <a:srgbClr val="20382C"/>
                </a:solidFill>
                <a:latin typeface="Arial"/>
                <a:ea typeface="Arial"/>
                <a:cs typeface="Arial"/>
              </a:defRPr>
            </a:lvl4pPr>
            <a:lvl5pPr>
              <a:defRPr sz="3300" b="1">
                <a:solidFill>
                  <a:srgbClr val="20382C"/>
                </a:solidFill>
                <a:latin typeface="Arial"/>
                <a:ea typeface="Arial"/>
                <a:cs typeface="Arial"/>
              </a:defRPr>
            </a:lvl5pPr>
            <a:lvl6pPr>
              <a:defRPr sz="3300" b="1">
                <a:solidFill>
                  <a:srgbClr val="20382C"/>
                </a:solidFill>
                <a:latin typeface="Arial"/>
                <a:ea typeface="Arial"/>
                <a:cs typeface="Arial"/>
              </a:defRPr>
            </a:lvl6pPr>
            <a:lvl7pPr>
              <a:defRPr sz="3300" b="1">
                <a:solidFill>
                  <a:srgbClr val="20382C"/>
                </a:solidFill>
                <a:latin typeface="Arial"/>
                <a:ea typeface="Arial"/>
                <a:cs typeface="Arial"/>
              </a:defRPr>
            </a:lvl7pPr>
            <a:lvl8pPr>
              <a:defRPr sz="3300" b="1">
                <a:solidFill>
                  <a:srgbClr val="20382C"/>
                </a:solidFill>
                <a:latin typeface="Arial"/>
                <a:ea typeface="Arial"/>
                <a:cs typeface="Arial"/>
              </a:defRPr>
            </a:lvl8pPr>
            <a:lvl9pPr>
              <a:defRPr sz="3300" b="1">
                <a:solidFill>
                  <a:srgbClr val="20382C"/>
                </a:solidFill>
                <a:latin typeface="Arial"/>
                <a:ea typeface="Arial"/>
                <a:cs typeface="Arial"/>
              </a:defRPr>
            </a:lvl9pPr>
          </a:lstStyle>
          <a:p xmlns:a="http://schemas.openxmlformats.org/drawingml/2006/main">
            <a:pPr>
              <a:defRPr sz="3300" b="1">
                <a:solidFill>
                  <a:srgbClr val="20382C"/>
                </a:solidFill>
                <a:latin typeface="Arial"/>
                <a:ea typeface="Arial"/>
                <a:cs typeface="Arial"/>
              </a:defRPr>
            </a:pPr>
            <a:r>
              <a:rPr sz="3300" b="1">
                <a:solidFill>
                  <a:srgbClr val="20382C"/>
                </a:solidFill>
                <a:latin typeface="Arial"/>
                <a:ea typeface="Arial"/>
                <a:cs typeface="Arial"/>
              </a:rPr>
              <a:t>Результат проекта и развитие</a:t>
            </a:r>
          </a:p>
        </p:txBody>
      </p:sp>
      <p:sp>
        <p:nvSpPr>
          <p:cNvPr id="2" name="">
            <a:extLst xmlns:a="http://schemas.openxmlformats.org/drawingml/2006/main">
              <a:ext uri="{FF2B5EF4-FFF2-40B4-BE49-F238E27FC236}">
                <a16:creationId xmlns:a16="http://schemas.microsoft.com/office/drawing/2014/main" id="{BF7359F5-FAFC-45E3-B758-CF16B0FCCED8}"/>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Молочная ферма Луговая · версия 1.2.0</a:t>
            </a:r>
          </a:p>
        </p:txBody>
      </p:sp>
      <p:sp>
        <p:nvSpPr>
          <p:cNvPr id="3" name="">
            <a:extLst xmlns:a="http://schemas.openxmlformats.org/drawingml/2006/main">
              <a:ext uri="{FF2B5EF4-FFF2-40B4-BE49-F238E27FC236}">
                <a16:creationId xmlns:a16="http://schemas.microsoft.com/office/drawing/2014/main" id="{B49FBB78-458B-431D-8D72-04A7AC5FB8A5}"/>
              </a:ext>
            </a:extLst>
          </p:cNvPr>
          <p:cNvSpPr>
            <a:spLocks xmlns:a="http://schemas.openxmlformats.org/drawingml/2006/main" noGrp="1"/>
          </p:cNvSpPr>
          <p:nvPr/>
        </p:nvSpPr>
        <p:spPr>
          <a:xfrm xmlns:a="http://schemas.openxmlformats.org/drawingml/2006/main">
            <a:off x="10763250" y="642937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D63"/>
                </a:solidFill>
                <a:latin typeface="Arial"/>
                <a:ea typeface="Arial"/>
                <a:cs typeface="Arial"/>
              </a:defRPr>
            </a:defPPr>
            <a:lvl1pPr>
              <a:defRPr sz="1200" b="0">
                <a:solidFill>
                  <a:srgbClr val="5F6D63"/>
                </a:solidFill>
                <a:latin typeface="Arial"/>
                <a:ea typeface="Arial"/>
                <a:cs typeface="Arial"/>
              </a:defRPr>
            </a:lvl1pPr>
            <a:lvl2pPr>
              <a:defRPr sz="1200" b="0">
                <a:solidFill>
                  <a:srgbClr val="5F6D63"/>
                </a:solidFill>
                <a:latin typeface="Arial"/>
                <a:ea typeface="Arial"/>
                <a:cs typeface="Arial"/>
              </a:defRPr>
            </a:lvl2pPr>
            <a:lvl3pPr>
              <a:defRPr sz="1200" b="0">
                <a:solidFill>
                  <a:srgbClr val="5F6D63"/>
                </a:solidFill>
                <a:latin typeface="Arial"/>
                <a:ea typeface="Arial"/>
                <a:cs typeface="Arial"/>
              </a:defRPr>
            </a:lvl3pPr>
            <a:lvl4pPr>
              <a:defRPr sz="1200" b="0">
                <a:solidFill>
                  <a:srgbClr val="5F6D63"/>
                </a:solidFill>
                <a:latin typeface="Arial"/>
                <a:ea typeface="Arial"/>
                <a:cs typeface="Arial"/>
              </a:defRPr>
            </a:lvl4pPr>
            <a:lvl5pPr>
              <a:defRPr sz="1200" b="0">
                <a:solidFill>
                  <a:srgbClr val="5F6D63"/>
                </a:solidFill>
                <a:latin typeface="Arial"/>
                <a:ea typeface="Arial"/>
                <a:cs typeface="Arial"/>
              </a:defRPr>
            </a:lvl5pPr>
            <a:lvl6pPr>
              <a:defRPr sz="1200" b="0">
                <a:solidFill>
                  <a:srgbClr val="5F6D63"/>
                </a:solidFill>
                <a:latin typeface="Arial"/>
                <a:ea typeface="Arial"/>
                <a:cs typeface="Arial"/>
              </a:defRPr>
            </a:lvl6pPr>
            <a:lvl7pPr>
              <a:defRPr sz="1200" b="0">
                <a:solidFill>
                  <a:srgbClr val="5F6D63"/>
                </a:solidFill>
                <a:latin typeface="Arial"/>
                <a:ea typeface="Arial"/>
                <a:cs typeface="Arial"/>
              </a:defRPr>
            </a:lvl7pPr>
            <a:lvl8pPr>
              <a:defRPr sz="1200" b="0">
                <a:solidFill>
                  <a:srgbClr val="5F6D63"/>
                </a:solidFill>
                <a:latin typeface="Arial"/>
                <a:ea typeface="Arial"/>
                <a:cs typeface="Arial"/>
              </a:defRPr>
            </a:lvl8pPr>
            <a:lvl9pPr>
              <a:defRPr sz="1200" b="0">
                <a:solidFill>
                  <a:srgbClr val="5F6D63"/>
                </a:solidFill>
                <a:latin typeface="Arial"/>
                <a:ea typeface="Arial"/>
                <a:cs typeface="Arial"/>
              </a:defRPr>
            </a:lvl9pPr>
          </a:lstStyle>
          <a:p xmlns:a="http://schemas.openxmlformats.org/drawingml/2006/main">
            <a:pPr>
              <a:defRPr sz="1200" b="0">
                <a:solidFill>
                  <a:srgbClr val="5F6D63"/>
                </a:solidFill>
                <a:latin typeface="Arial"/>
                <a:ea typeface="Arial"/>
                <a:cs typeface="Arial"/>
              </a:defRPr>
            </a:pPr>
            <a:r>
              <a:rPr sz="1200" b="0">
                <a:solidFill>
                  <a:srgbClr val="5F6D63"/>
                </a:solidFill>
                <a:latin typeface="Arial"/>
                <a:ea typeface="Arial"/>
                <a:cs typeface="Arial"/>
              </a:rPr>
              <a:t>11 / 11</a:t>
            </a:r>
          </a:p>
        </p:txBody>
      </p:sp>
      <p:sp>
        <p:nvSpPr>
          <p:cNvPr id="4" name="">
            <a:extLst xmlns:a="http://schemas.openxmlformats.org/drawingml/2006/main">
              <a:ext uri="{FF2B5EF4-FFF2-40B4-BE49-F238E27FC236}">
                <a16:creationId xmlns:a16="http://schemas.microsoft.com/office/drawing/2014/main" id="{4FC5E211-6C55-4922-8170-3D6885D3BB86}"/>
              </a:ext>
            </a:extLst>
          </p:cNvPr>
          <p:cNvSpPr>
            <a:spLocks xmlns:a="http://schemas.openxmlformats.org/drawingml/2006/main" noGrp="1"/>
          </p:cNvSpPr>
          <p:nvPr/>
        </p:nvSpPr>
        <p:spPr>
          <a:xfrm xmlns:a="http://schemas.openxmlformats.org/drawingml/2006/main">
            <a:off x="714375"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F6B4F"/>
                </a:solidFill>
                <a:latin typeface="Arial"/>
                <a:ea typeface="Arial"/>
                <a:cs typeface="Arial"/>
              </a:defRPr>
            </a:defPPr>
            <a:lvl1pPr>
              <a:defRPr sz="2325" b="1">
                <a:solidFill>
                  <a:srgbClr val="2F6B4F"/>
                </a:solidFill>
                <a:latin typeface="Arial"/>
                <a:ea typeface="Arial"/>
                <a:cs typeface="Arial"/>
              </a:defRPr>
            </a:lvl1pPr>
            <a:lvl2pPr>
              <a:defRPr sz="2325" b="1">
                <a:solidFill>
                  <a:srgbClr val="2F6B4F"/>
                </a:solidFill>
                <a:latin typeface="Arial"/>
                <a:ea typeface="Arial"/>
                <a:cs typeface="Arial"/>
              </a:defRPr>
            </a:lvl2pPr>
            <a:lvl3pPr>
              <a:defRPr sz="2325" b="1">
                <a:solidFill>
                  <a:srgbClr val="2F6B4F"/>
                </a:solidFill>
                <a:latin typeface="Arial"/>
                <a:ea typeface="Arial"/>
                <a:cs typeface="Arial"/>
              </a:defRPr>
            </a:lvl3pPr>
            <a:lvl4pPr>
              <a:defRPr sz="2325" b="1">
                <a:solidFill>
                  <a:srgbClr val="2F6B4F"/>
                </a:solidFill>
                <a:latin typeface="Arial"/>
                <a:ea typeface="Arial"/>
                <a:cs typeface="Arial"/>
              </a:defRPr>
            </a:lvl4pPr>
            <a:lvl5pPr>
              <a:defRPr sz="2325" b="1">
                <a:solidFill>
                  <a:srgbClr val="2F6B4F"/>
                </a:solidFill>
                <a:latin typeface="Arial"/>
                <a:ea typeface="Arial"/>
                <a:cs typeface="Arial"/>
              </a:defRPr>
            </a:lvl5pPr>
            <a:lvl6pPr>
              <a:defRPr sz="2325" b="1">
                <a:solidFill>
                  <a:srgbClr val="2F6B4F"/>
                </a:solidFill>
                <a:latin typeface="Arial"/>
                <a:ea typeface="Arial"/>
                <a:cs typeface="Arial"/>
              </a:defRPr>
            </a:lvl6pPr>
            <a:lvl7pPr>
              <a:defRPr sz="2325" b="1">
                <a:solidFill>
                  <a:srgbClr val="2F6B4F"/>
                </a:solidFill>
                <a:latin typeface="Arial"/>
                <a:ea typeface="Arial"/>
                <a:cs typeface="Arial"/>
              </a:defRPr>
            </a:lvl7pPr>
            <a:lvl8pPr>
              <a:defRPr sz="2325" b="1">
                <a:solidFill>
                  <a:srgbClr val="2F6B4F"/>
                </a:solidFill>
                <a:latin typeface="Arial"/>
                <a:ea typeface="Arial"/>
                <a:cs typeface="Arial"/>
              </a:defRPr>
            </a:lvl8pPr>
            <a:lvl9pPr>
              <a:defRPr sz="2325" b="1">
                <a:solidFill>
                  <a:srgbClr val="2F6B4F"/>
                </a:solidFill>
                <a:latin typeface="Arial"/>
                <a:ea typeface="Arial"/>
                <a:cs typeface="Arial"/>
              </a:defRPr>
            </a:lvl9pPr>
          </a:lstStyle>
          <a:p xmlns:a="http://schemas.openxmlformats.org/drawingml/2006/main">
            <a:pPr>
              <a:defRPr sz="2325" b="1">
                <a:solidFill>
                  <a:srgbClr val="2F6B4F"/>
                </a:solidFill>
                <a:latin typeface="Arial"/>
                <a:ea typeface="Arial"/>
                <a:cs typeface="Arial"/>
              </a:defRPr>
            </a:pPr>
            <a:r>
              <a:rPr sz="2325" b="1">
                <a:solidFill>
                  <a:srgbClr val="2F6B4F"/>
                </a:solidFill>
                <a:latin typeface="Arial"/>
                <a:ea typeface="Arial"/>
                <a:cs typeface="Arial"/>
              </a:rPr>
              <a:t>Готовая система</a:t>
            </a:r>
          </a:p>
        </p:txBody>
      </p:sp>
      <p:sp>
        <p:nvSpPr>
          <p:cNvPr id="5" name="">
            <a:extLst xmlns:a="http://schemas.openxmlformats.org/drawingml/2006/main">
              <a:ext uri="{FF2B5EF4-FFF2-40B4-BE49-F238E27FC236}">
                <a16:creationId xmlns:a16="http://schemas.microsoft.com/office/drawing/2014/main" id="{142DA45A-FEA8-45AE-B196-9CE7A1BFBC23}"/>
              </a:ext>
            </a:extLst>
          </p:cNvPr>
          <p:cNvSpPr>
            <a:spLocks xmlns:a="http://schemas.openxmlformats.org/drawingml/2006/main" noGrp="1"/>
          </p:cNvSpPr>
          <p:nvPr/>
        </p:nvSpPr>
        <p:spPr>
          <a:xfrm xmlns:a="http://schemas.openxmlformats.org/drawingml/2006/main">
            <a:off x="714375" y="2305050"/>
            <a:ext cx="504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82C"/>
                </a:solidFill>
                <a:latin typeface="Arial"/>
                <a:ea typeface="Arial"/>
                <a:cs typeface="Arial"/>
              </a:defRPr>
            </a:defPPr>
            <a:lvl1pPr>
              <a:defRPr sz="2025" b="0">
                <a:solidFill>
                  <a:srgbClr val="20382C"/>
                </a:solidFill>
                <a:latin typeface="Arial"/>
                <a:ea typeface="Arial"/>
                <a:cs typeface="Arial"/>
              </a:defRPr>
            </a:lvl1pPr>
            <a:lvl2pPr>
              <a:defRPr sz="2025" b="0">
                <a:solidFill>
                  <a:srgbClr val="20382C"/>
                </a:solidFill>
                <a:latin typeface="Arial"/>
                <a:ea typeface="Arial"/>
                <a:cs typeface="Arial"/>
              </a:defRPr>
            </a:lvl2pPr>
            <a:lvl3pPr>
              <a:defRPr sz="2025" b="0">
                <a:solidFill>
                  <a:srgbClr val="20382C"/>
                </a:solidFill>
                <a:latin typeface="Arial"/>
                <a:ea typeface="Arial"/>
                <a:cs typeface="Arial"/>
              </a:defRPr>
            </a:lvl3pPr>
            <a:lvl4pPr>
              <a:defRPr sz="2025" b="0">
                <a:solidFill>
                  <a:srgbClr val="20382C"/>
                </a:solidFill>
                <a:latin typeface="Arial"/>
                <a:ea typeface="Arial"/>
                <a:cs typeface="Arial"/>
              </a:defRPr>
            </a:lvl4pPr>
            <a:lvl5pPr>
              <a:defRPr sz="2025" b="0">
                <a:solidFill>
                  <a:srgbClr val="20382C"/>
                </a:solidFill>
                <a:latin typeface="Arial"/>
                <a:ea typeface="Arial"/>
                <a:cs typeface="Arial"/>
              </a:defRPr>
            </a:lvl5pPr>
            <a:lvl6pPr>
              <a:defRPr sz="2025" b="0">
                <a:solidFill>
                  <a:srgbClr val="20382C"/>
                </a:solidFill>
                <a:latin typeface="Arial"/>
                <a:ea typeface="Arial"/>
                <a:cs typeface="Arial"/>
              </a:defRPr>
            </a:lvl6pPr>
            <a:lvl7pPr>
              <a:defRPr sz="2025" b="0">
                <a:solidFill>
                  <a:srgbClr val="20382C"/>
                </a:solidFill>
                <a:latin typeface="Arial"/>
                <a:ea typeface="Arial"/>
                <a:cs typeface="Arial"/>
              </a:defRPr>
            </a:lvl7pPr>
            <a:lvl8pPr>
              <a:defRPr sz="2025" b="0">
                <a:solidFill>
                  <a:srgbClr val="20382C"/>
                </a:solidFill>
                <a:latin typeface="Arial"/>
                <a:ea typeface="Arial"/>
                <a:cs typeface="Arial"/>
              </a:defRPr>
            </a:lvl8pPr>
            <a:lvl9pPr>
              <a:defRPr sz="2025" b="0">
                <a:solidFill>
                  <a:srgbClr val="20382C"/>
                </a:solidFill>
                <a:latin typeface="Arial"/>
                <a:ea typeface="Arial"/>
                <a:cs typeface="Arial"/>
              </a:defRPr>
            </a:lvl9pPr>
          </a:lstStyle>
          <a:p xmlns:a="http://schemas.openxmlformats.org/drawingml/2006/main">
            <a:pPr>
              <a:defRPr sz="2025" b="0">
                <a:solidFill>
                  <a:srgbClr val="20382C"/>
                </a:solidFill>
                <a:latin typeface="Arial"/>
                <a:ea typeface="Arial"/>
                <a:cs typeface="Arial"/>
              </a:defRPr>
            </a:pPr>
            <a:r>
              <a:rPr sz="2025" b="0">
                <a:solidFill>
                  <a:srgbClr val="20382C"/>
                </a:solidFill>
                <a:latin typeface="Arial"/>
                <a:ea typeface="Arial"/>
                <a:cs typeface="Arial"/>
              </a:rPr>
              <a:t>Поступление и продажа продукции, хранение цен и фотографий, отчёты и бронирование.</a:t>
            </a:r>
          </a:p>
        </p:txBody>
      </p:sp>
      <p:sp>
        <p:nvSpPr>
          <p:cNvPr id="6" name="">
            <a:extLst xmlns:a="http://schemas.openxmlformats.org/drawingml/2006/main">
              <a:ext uri="{FF2B5EF4-FFF2-40B4-BE49-F238E27FC236}">
                <a16:creationId xmlns:a16="http://schemas.microsoft.com/office/drawing/2014/main" id="{7D7D8ED9-DA6A-470D-B1E2-36BDF96A3517}"/>
              </a:ext>
            </a:extLst>
          </p:cNvPr>
          <p:cNvSpPr>
            <a:spLocks xmlns:a="http://schemas.openxmlformats.org/drawingml/2006/main" noGrp="1"/>
          </p:cNvSpPr>
          <p:nvPr/>
        </p:nvSpPr>
        <p:spPr>
          <a:xfrm xmlns:a="http://schemas.openxmlformats.org/drawingml/2006/main">
            <a:off x="6429375"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F6B4F"/>
                </a:solidFill>
                <a:latin typeface="Arial"/>
                <a:ea typeface="Arial"/>
                <a:cs typeface="Arial"/>
              </a:defRPr>
            </a:defPPr>
            <a:lvl1pPr>
              <a:defRPr sz="2325" b="1">
                <a:solidFill>
                  <a:srgbClr val="2F6B4F"/>
                </a:solidFill>
                <a:latin typeface="Arial"/>
                <a:ea typeface="Arial"/>
                <a:cs typeface="Arial"/>
              </a:defRPr>
            </a:lvl1pPr>
            <a:lvl2pPr>
              <a:defRPr sz="2325" b="1">
                <a:solidFill>
                  <a:srgbClr val="2F6B4F"/>
                </a:solidFill>
                <a:latin typeface="Arial"/>
                <a:ea typeface="Arial"/>
                <a:cs typeface="Arial"/>
              </a:defRPr>
            </a:lvl2pPr>
            <a:lvl3pPr>
              <a:defRPr sz="2325" b="1">
                <a:solidFill>
                  <a:srgbClr val="2F6B4F"/>
                </a:solidFill>
                <a:latin typeface="Arial"/>
                <a:ea typeface="Arial"/>
                <a:cs typeface="Arial"/>
              </a:defRPr>
            </a:lvl3pPr>
            <a:lvl4pPr>
              <a:defRPr sz="2325" b="1">
                <a:solidFill>
                  <a:srgbClr val="2F6B4F"/>
                </a:solidFill>
                <a:latin typeface="Arial"/>
                <a:ea typeface="Arial"/>
                <a:cs typeface="Arial"/>
              </a:defRPr>
            </a:lvl4pPr>
            <a:lvl5pPr>
              <a:defRPr sz="2325" b="1">
                <a:solidFill>
                  <a:srgbClr val="2F6B4F"/>
                </a:solidFill>
                <a:latin typeface="Arial"/>
                <a:ea typeface="Arial"/>
                <a:cs typeface="Arial"/>
              </a:defRPr>
            </a:lvl5pPr>
            <a:lvl6pPr>
              <a:defRPr sz="2325" b="1">
                <a:solidFill>
                  <a:srgbClr val="2F6B4F"/>
                </a:solidFill>
                <a:latin typeface="Arial"/>
                <a:ea typeface="Arial"/>
                <a:cs typeface="Arial"/>
              </a:defRPr>
            </a:lvl6pPr>
            <a:lvl7pPr>
              <a:defRPr sz="2325" b="1">
                <a:solidFill>
                  <a:srgbClr val="2F6B4F"/>
                </a:solidFill>
                <a:latin typeface="Arial"/>
                <a:ea typeface="Arial"/>
                <a:cs typeface="Arial"/>
              </a:defRPr>
            </a:lvl7pPr>
            <a:lvl8pPr>
              <a:defRPr sz="2325" b="1">
                <a:solidFill>
                  <a:srgbClr val="2F6B4F"/>
                </a:solidFill>
                <a:latin typeface="Arial"/>
                <a:ea typeface="Arial"/>
                <a:cs typeface="Arial"/>
              </a:defRPr>
            </a:lvl8pPr>
            <a:lvl9pPr>
              <a:defRPr sz="2325" b="1">
                <a:solidFill>
                  <a:srgbClr val="2F6B4F"/>
                </a:solidFill>
                <a:latin typeface="Arial"/>
                <a:ea typeface="Arial"/>
                <a:cs typeface="Arial"/>
              </a:defRPr>
            </a:lvl9pPr>
          </a:lstStyle>
          <a:p xmlns:a="http://schemas.openxmlformats.org/drawingml/2006/main">
            <a:pPr>
              <a:defRPr sz="2325" b="1">
                <a:solidFill>
                  <a:srgbClr val="2F6B4F"/>
                </a:solidFill>
                <a:latin typeface="Arial"/>
                <a:ea typeface="Arial"/>
                <a:cs typeface="Arial"/>
              </a:defRPr>
            </a:pPr>
            <a:r>
              <a:rPr sz="2325" b="1">
                <a:solidFill>
                  <a:srgbClr val="2F6B4F"/>
                </a:solidFill>
                <a:latin typeface="Arial"/>
                <a:ea typeface="Arial"/>
                <a:cs typeface="Arial"/>
              </a:rPr>
              <a:t>Материалы проекта</a:t>
            </a:r>
          </a:p>
        </p:txBody>
      </p:sp>
      <p:sp>
        <p:nvSpPr>
          <p:cNvPr id="7" name="">
            <a:extLst xmlns:a="http://schemas.openxmlformats.org/drawingml/2006/main">
              <a:ext uri="{FF2B5EF4-FFF2-40B4-BE49-F238E27FC236}">
                <a16:creationId xmlns:a16="http://schemas.microsoft.com/office/drawing/2014/main" id="{1FF6B2DE-55E1-4510-AD92-41128D6808A6}"/>
              </a:ext>
            </a:extLst>
          </p:cNvPr>
          <p:cNvSpPr>
            <a:spLocks xmlns:a="http://schemas.openxmlformats.org/drawingml/2006/main" noGrp="1"/>
          </p:cNvSpPr>
          <p:nvPr/>
        </p:nvSpPr>
        <p:spPr>
          <a:xfrm xmlns:a="http://schemas.openxmlformats.org/drawingml/2006/main">
            <a:off x="6429375" y="2305050"/>
            <a:ext cx="504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82C"/>
                </a:solidFill>
                <a:latin typeface="Arial"/>
                <a:ea typeface="Arial"/>
                <a:cs typeface="Arial"/>
              </a:defRPr>
            </a:defPPr>
            <a:lvl1pPr>
              <a:defRPr sz="2025" b="0">
                <a:solidFill>
                  <a:srgbClr val="20382C"/>
                </a:solidFill>
                <a:latin typeface="Arial"/>
                <a:ea typeface="Arial"/>
                <a:cs typeface="Arial"/>
              </a:defRPr>
            </a:lvl1pPr>
            <a:lvl2pPr>
              <a:defRPr sz="2025" b="0">
                <a:solidFill>
                  <a:srgbClr val="20382C"/>
                </a:solidFill>
                <a:latin typeface="Arial"/>
                <a:ea typeface="Arial"/>
                <a:cs typeface="Arial"/>
              </a:defRPr>
            </a:lvl2pPr>
            <a:lvl3pPr>
              <a:defRPr sz="2025" b="0">
                <a:solidFill>
                  <a:srgbClr val="20382C"/>
                </a:solidFill>
                <a:latin typeface="Arial"/>
                <a:ea typeface="Arial"/>
                <a:cs typeface="Arial"/>
              </a:defRPr>
            </a:lvl3pPr>
            <a:lvl4pPr>
              <a:defRPr sz="2025" b="0">
                <a:solidFill>
                  <a:srgbClr val="20382C"/>
                </a:solidFill>
                <a:latin typeface="Arial"/>
                <a:ea typeface="Arial"/>
                <a:cs typeface="Arial"/>
              </a:defRPr>
            </a:lvl4pPr>
            <a:lvl5pPr>
              <a:defRPr sz="2025" b="0">
                <a:solidFill>
                  <a:srgbClr val="20382C"/>
                </a:solidFill>
                <a:latin typeface="Arial"/>
                <a:ea typeface="Arial"/>
                <a:cs typeface="Arial"/>
              </a:defRPr>
            </a:lvl5pPr>
            <a:lvl6pPr>
              <a:defRPr sz="2025" b="0">
                <a:solidFill>
                  <a:srgbClr val="20382C"/>
                </a:solidFill>
                <a:latin typeface="Arial"/>
                <a:ea typeface="Arial"/>
                <a:cs typeface="Arial"/>
              </a:defRPr>
            </a:lvl6pPr>
            <a:lvl7pPr>
              <a:defRPr sz="2025" b="0">
                <a:solidFill>
                  <a:srgbClr val="20382C"/>
                </a:solidFill>
                <a:latin typeface="Arial"/>
                <a:ea typeface="Arial"/>
                <a:cs typeface="Arial"/>
              </a:defRPr>
            </a:lvl7pPr>
            <a:lvl8pPr>
              <a:defRPr sz="2025" b="0">
                <a:solidFill>
                  <a:srgbClr val="20382C"/>
                </a:solidFill>
                <a:latin typeface="Arial"/>
                <a:ea typeface="Arial"/>
                <a:cs typeface="Arial"/>
              </a:defRPr>
            </a:lvl8pPr>
            <a:lvl9pPr>
              <a:defRPr sz="2025" b="0">
                <a:solidFill>
                  <a:srgbClr val="20382C"/>
                </a:solidFill>
                <a:latin typeface="Arial"/>
                <a:ea typeface="Arial"/>
                <a:cs typeface="Arial"/>
              </a:defRPr>
            </a:lvl9pPr>
          </a:lstStyle>
          <a:p xmlns:a="http://schemas.openxmlformats.org/drawingml/2006/main">
            <a:pPr>
              <a:defRPr sz="2025" b="0">
                <a:solidFill>
                  <a:srgbClr val="20382C"/>
                </a:solidFill>
                <a:latin typeface="Arial"/>
                <a:ea typeface="Arial"/>
                <a:cs typeface="Arial"/>
              </a:defRPr>
            </a:pPr>
            <a:r>
              <a:rPr sz="2025" b="0">
                <a:solidFill>
                  <a:srgbClr val="20382C"/>
                </a:solidFill>
                <a:latin typeface="Arial"/>
                <a:ea typeface="Arial"/>
                <a:cs typeface="Arial"/>
              </a:rPr>
              <a:t>База DT, конфигурация CF и исходники. Отдельные документы Word и презентация PowerPoint.</a:t>
            </a:r>
          </a:p>
        </p:txBody>
      </p:sp>
      <p:sp>
        <p:nvSpPr>
          <p:cNvPr id="8" name="">
            <a:extLst xmlns:a="http://schemas.openxmlformats.org/drawingml/2006/main">
              <a:ext uri="{FF2B5EF4-FFF2-40B4-BE49-F238E27FC236}">
                <a16:creationId xmlns:a16="http://schemas.microsoft.com/office/drawing/2014/main" id="{335A856E-51FB-499B-A7B4-5445CA36BDDB}"/>
              </a:ext>
            </a:extLst>
          </p:cNvPr>
          <p:cNvSpPr>
            <a:spLocks xmlns:a="http://schemas.openxmlformats.org/drawingml/2006/main" noGrp="1"/>
          </p:cNvSpPr>
          <p:nvPr/>
        </p:nvSpPr>
        <p:spPr>
          <a:xfrm xmlns:a="http://schemas.openxmlformats.org/drawingml/2006/main">
            <a:off x="714375" y="38576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F6B4F"/>
                </a:solidFill>
                <a:latin typeface="Arial"/>
                <a:ea typeface="Arial"/>
                <a:cs typeface="Arial"/>
              </a:defRPr>
            </a:defPPr>
            <a:lvl1pPr>
              <a:defRPr sz="2325" b="1">
                <a:solidFill>
                  <a:srgbClr val="2F6B4F"/>
                </a:solidFill>
                <a:latin typeface="Arial"/>
                <a:ea typeface="Arial"/>
                <a:cs typeface="Arial"/>
              </a:defRPr>
            </a:lvl1pPr>
            <a:lvl2pPr>
              <a:defRPr sz="2325" b="1">
                <a:solidFill>
                  <a:srgbClr val="2F6B4F"/>
                </a:solidFill>
                <a:latin typeface="Arial"/>
                <a:ea typeface="Arial"/>
                <a:cs typeface="Arial"/>
              </a:defRPr>
            </a:lvl2pPr>
            <a:lvl3pPr>
              <a:defRPr sz="2325" b="1">
                <a:solidFill>
                  <a:srgbClr val="2F6B4F"/>
                </a:solidFill>
                <a:latin typeface="Arial"/>
                <a:ea typeface="Arial"/>
                <a:cs typeface="Arial"/>
              </a:defRPr>
            </a:lvl3pPr>
            <a:lvl4pPr>
              <a:defRPr sz="2325" b="1">
                <a:solidFill>
                  <a:srgbClr val="2F6B4F"/>
                </a:solidFill>
                <a:latin typeface="Arial"/>
                <a:ea typeface="Arial"/>
                <a:cs typeface="Arial"/>
              </a:defRPr>
            </a:lvl4pPr>
            <a:lvl5pPr>
              <a:defRPr sz="2325" b="1">
                <a:solidFill>
                  <a:srgbClr val="2F6B4F"/>
                </a:solidFill>
                <a:latin typeface="Arial"/>
                <a:ea typeface="Arial"/>
                <a:cs typeface="Arial"/>
              </a:defRPr>
            </a:lvl5pPr>
            <a:lvl6pPr>
              <a:defRPr sz="2325" b="1">
                <a:solidFill>
                  <a:srgbClr val="2F6B4F"/>
                </a:solidFill>
                <a:latin typeface="Arial"/>
                <a:ea typeface="Arial"/>
                <a:cs typeface="Arial"/>
              </a:defRPr>
            </a:lvl6pPr>
            <a:lvl7pPr>
              <a:defRPr sz="2325" b="1">
                <a:solidFill>
                  <a:srgbClr val="2F6B4F"/>
                </a:solidFill>
                <a:latin typeface="Arial"/>
                <a:ea typeface="Arial"/>
                <a:cs typeface="Arial"/>
              </a:defRPr>
            </a:lvl7pPr>
            <a:lvl8pPr>
              <a:defRPr sz="2325" b="1">
                <a:solidFill>
                  <a:srgbClr val="2F6B4F"/>
                </a:solidFill>
                <a:latin typeface="Arial"/>
                <a:ea typeface="Arial"/>
                <a:cs typeface="Arial"/>
              </a:defRPr>
            </a:lvl8pPr>
            <a:lvl9pPr>
              <a:defRPr sz="2325" b="1">
                <a:solidFill>
                  <a:srgbClr val="2F6B4F"/>
                </a:solidFill>
                <a:latin typeface="Arial"/>
                <a:ea typeface="Arial"/>
                <a:cs typeface="Arial"/>
              </a:defRPr>
            </a:lvl9pPr>
          </a:lstStyle>
          <a:p xmlns:a="http://schemas.openxmlformats.org/drawingml/2006/main">
            <a:pPr>
              <a:defRPr sz="2325" b="1">
                <a:solidFill>
                  <a:srgbClr val="2F6B4F"/>
                </a:solidFill>
                <a:latin typeface="Arial"/>
                <a:ea typeface="Arial"/>
                <a:cs typeface="Arial"/>
              </a:defRPr>
            </a:pPr>
            <a:r>
              <a:rPr sz="2325" b="1">
                <a:solidFill>
                  <a:srgbClr val="2F6B4F"/>
                </a:solidFill>
                <a:latin typeface="Arial"/>
                <a:ea typeface="Arial"/>
                <a:cs typeface="Arial"/>
              </a:rPr>
              <a:t>Следующие доработки</a:t>
            </a:r>
          </a:p>
        </p:txBody>
      </p:sp>
      <p:sp>
        <p:nvSpPr>
          <p:cNvPr id="9" name="">
            <a:extLst xmlns:a="http://schemas.openxmlformats.org/drawingml/2006/main">
              <a:ext uri="{FF2B5EF4-FFF2-40B4-BE49-F238E27FC236}">
                <a16:creationId xmlns:a16="http://schemas.microsoft.com/office/drawing/2014/main" id="{552CDD64-133E-43E6-B8EA-49D9821692AD}"/>
              </a:ext>
            </a:extLst>
          </p:cNvPr>
          <p:cNvSpPr>
            <a:spLocks xmlns:a="http://schemas.openxmlformats.org/drawingml/2006/main" noGrp="1"/>
          </p:cNvSpPr>
          <p:nvPr/>
        </p:nvSpPr>
        <p:spPr>
          <a:xfrm xmlns:a="http://schemas.openxmlformats.org/drawingml/2006/main">
            <a:off x="714375" y="4448175"/>
            <a:ext cx="504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82C"/>
                </a:solidFill>
                <a:latin typeface="Arial"/>
                <a:ea typeface="Arial"/>
                <a:cs typeface="Arial"/>
              </a:defRPr>
            </a:defPPr>
            <a:lvl1pPr>
              <a:defRPr sz="2025" b="0">
                <a:solidFill>
                  <a:srgbClr val="20382C"/>
                </a:solidFill>
                <a:latin typeface="Arial"/>
                <a:ea typeface="Arial"/>
                <a:cs typeface="Arial"/>
              </a:defRPr>
            </a:lvl1pPr>
            <a:lvl2pPr>
              <a:defRPr sz="2025" b="0">
                <a:solidFill>
                  <a:srgbClr val="20382C"/>
                </a:solidFill>
                <a:latin typeface="Arial"/>
                <a:ea typeface="Arial"/>
                <a:cs typeface="Arial"/>
              </a:defRPr>
            </a:lvl2pPr>
            <a:lvl3pPr>
              <a:defRPr sz="2025" b="0">
                <a:solidFill>
                  <a:srgbClr val="20382C"/>
                </a:solidFill>
                <a:latin typeface="Arial"/>
                <a:ea typeface="Arial"/>
                <a:cs typeface="Arial"/>
              </a:defRPr>
            </a:lvl3pPr>
            <a:lvl4pPr>
              <a:defRPr sz="2025" b="0">
                <a:solidFill>
                  <a:srgbClr val="20382C"/>
                </a:solidFill>
                <a:latin typeface="Arial"/>
                <a:ea typeface="Arial"/>
                <a:cs typeface="Arial"/>
              </a:defRPr>
            </a:lvl4pPr>
            <a:lvl5pPr>
              <a:defRPr sz="2025" b="0">
                <a:solidFill>
                  <a:srgbClr val="20382C"/>
                </a:solidFill>
                <a:latin typeface="Arial"/>
                <a:ea typeface="Arial"/>
                <a:cs typeface="Arial"/>
              </a:defRPr>
            </a:lvl5pPr>
            <a:lvl6pPr>
              <a:defRPr sz="2025" b="0">
                <a:solidFill>
                  <a:srgbClr val="20382C"/>
                </a:solidFill>
                <a:latin typeface="Arial"/>
                <a:ea typeface="Arial"/>
                <a:cs typeface="Arial"/>
              </a:defRPr>
            </a:lvl6pPr>
            <a:lvl7pPr>
              <a:defRPr sz="2025" b="0">
                <a:solidFill>
                  <a:srgbClr val="20382C"/>
                </a:solidFill>
                <a:latin typeface="Arial"/>
                <a:ea typeface="Arial"/>
                <a:cs typeface="Arial"/>
              </a:defRPr>
            </a:lvl7pPr>
            <a:lvl8pPr>
              <a:defRPr sz="2025" b="0">
                <a:solidFill>
                  <a:srgbClr val="20382C"/>
                </a:solidFill>
                <a:latin typeface="Arial"/>
                <a:ea typeface="Arial"/>
                <a:cs typeface="Arial"/>
              </a:defRPr>
            </a:lvl8pPr>
            <a:lvl9pPr>
              <a:defRPr sz="2025" b="0">
                <a:solidFill>
                  <a:srgbClr val="20382C"/>
                </a:solidFill>
                <a:latin typeface="Arial"/>
                <a:ea typeface="Arial"/>
                <a:cs typeface="Arial"/>
              </a:defRPr>
            </a:lvl9pPr>
          </a:lstStyle>
          <a:p xmlns:a="http://schemas.openxmlformats.org/drawingml/2006/main">
            <a:pPr>
              <a:defRPr sz="2025" b="0">
                <a:solidFill>
                  <a:srgbClr val="20382C"/>
                </a:solidFill>
                <a:latin typeface="Arial"/>
                <a:ea typeface="Arial"/>
                <a:cs typeface="Arial"/>
              </a:defRPr>
            </a:pPr>
            <a:r>
              <a:rPr sz="2025" b="0">
                <a:solidFill>
                  <a:srgbClr val="20382C"/>
                </a:solidFill>
                <a:latin typeface="Arial"/>
                <a:ea typeface="Arial"/>
                <a:cs typeface="Arial"/>
              </a:rPr>
              <a:t>Учёт партий и сроков годности. Частичная продажа и срок действия брони.</a:t>
            </a:r>
          </a:p>
        </p:txBody>
      </p:sp>
      <p:sp>
        <p:nvSpPr>
          <p:cNvPr id="10" name="">
            <a:extLst xmlns:a="http://schemas.openxmlformats.org/drawingml/2006/main">
              <a:ext uri="{FF2B5EF4-FFF2-40B4-BE49-F238E27FC236}">
                <a16:creationId xmlns:a16="http://schemas.microsoft.com/office/drawing/2014/main" id="{846B03E2-C7FB-4C4C-BBC0-7713924D9FE5}"/>
              </a:ext>
            </a:extLst>
          </p:cNvPr>
          <p:cNvSpPr>
            <a:spLocks xmlns:a="http://schemas.openxmlformats.org/drawingml/2006/main" noGrp="1"/>
          </p:cNvSpPr>
          <p:nvPr/>
        </p:nvSpPr>
        <p:spPr>
          <a:xfrm xmlns:a="http://schemas.openxmlformats.org/drawingml/2006/main">
            <a:off x="6429375" y="38576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F6B4F"/>
                </a:solidFill>
                <a:latin typeface="Arial"/>
                <a:ea typeface="Arial"/>
                <a:cs typeface="Arial"/>
              </a:defRPr>
            </a:defPPr>
            <a:lvl1pPr>
              <a:defRPr sz="2325" b="1">
                <a:solidFill>
                  <a:srgbClr val="2F6B4F"/>
                </a:solidFill>
                <a:latin typeface="Arial"/>
                <a:ea typeface="Arial"/>
                <a:cs typeface="Arial"/>
              </a:defRPr>
            </a:lvl1pPr>
            <a:lvl2pPr>
              <a:defRPr sz="2325" b="1">
                <a:solidFill>
                  <a:srgbClr val="2F6B4F"/>
                </a:solidFill>
                <a:latin typeface="Arial"/>
                <a:ea typeface="Arial"/>
                <a:cs typeface="Arial"/>
              </a:defRPr>
            </a:lvl2pPr>
            <a:lvl3pPr>
              <a:defRPr sz="2325" b="1">
                <a:solidFill>
                  <a:srgbClr val="2F6B4F"/>
                </a:solidFill>
                <a:latin typeface="Arial"/>
                <a:ea typeface="Arial"/>
                <a:cs typeface="Arial"/>
              </a:defRPr>
            </a:lvl3pPr>
            <a:lvl4pPr>
              <a:defRPr sz="2325" b="1">
                <a:solidFill>
                  <a:srgbClr val="2F6B4F"/>
                </a:solidFill>
                <a:latin typeface="Arial"/>
                <a:ea typeface="Arial"/>
                <a:cs typeface="Arial"/>
              </a:defRPr>
            </a:lvl4pPr>
            <a:lvl5pPr>
              <a:defRPr sz="2325" b="1">
                <a:solidFill>
                  <a:srgbClr val="2F6B4F"/>
                </a:solidFill>
                <a:latin typeface="Arial"/>
                <a:ea typeface="Arial"/>
                <a:cs typeface="Arial"/>
              </a:defRPr>
            </a:lvl5pPr>
            <a:lvl6pPr>
              <a:defRPr sz="2325" b="1">
                <a:solidFill>
                  <a:srgbClr val="2F6B4F"/>
                </a:solidFill>
                <a:latin typeface="Arial"/>
                <a:ea typeface="Arial"/>
                <a:cs typeface="Arial"/>
              </a:defRPr>
            </a:lvl6pPr>
            <a:lvl7pPr>
              <a:defRPr sz="2325" b="1">
                <a:solidFill>
                  <a:srgbClr val="2F6B4F"/>
                </a:solidFill>
                <a:latin typeface="Arial"/>
                <a:ea typeface="Arial"/>
                <a:cs typeface="Arial"/>
              </a:defRPr>
            </a:lvl7pPr>
            <a:lvl8pPr>
              <a:defRPr sz="2325" b="1">
                <a:solidFill>
                  <a:srgbClr val="2F6B4F"/>
                </a:solidFill>
                <a:latin typeface="Arial"/>
                <a:ea typeface="Arial"/>
                <a:cs typeface="Arial"/>
              </a:defRPr>
            </a:lvl8pPr>
            <a:lvl9pPr>
              <a:defRPr sz="2325" b="1">
                <a:solidFill>
                  <a:srgbClr val="2F6B4F"/>
                </a:solidFill>
                <a:latin typeface="Arial"/>
                <a:ea typeface="Arial"/>
                <a:cs typeface="Arial"/>
              </a:defRPr>
            </a:lvl9pPr>
          </a:lstStyle>
          <a:p xmlns:a="http://schemas.openxmlformats.org/drawingml/2006/main">
            <a:pPr>
              <a:defRPr sz="2325" b="1">
                <a:solidFill>
                  <a:srgbClr val="2F6B4F"/>
                </a:solidFill>
                <a:latin typeface="Arial"/>
                <a:ea typeface="Arial"/>
                <a:cs typeface="Arial"/>
              </a:defRPr>
            </a:pPr>
            <a:r>
              <a:rPr sz="2325" b="1">
                <a:solidFill>
                  <a:srgbClr val="2F6B4F"/>
                </a:solidFill>
                <a:latin typeface="Arial"/>
                <a:ea typeface="Arial"/>
                <a:cs typeface="Arial"/>
              </a:rPr>
              <a:t>Границы версии</a:t>
            </a:r>
          </a:p>
        </p:txBody>
      </p:sp>
      <p:sp>
        <p:nvSpPr>
          <p:cNvPr id="11" name="">
            <a:extLst xmlns:a="http://schemas.openxmlformats.org/drawingml/2006/main">
              <a:ext uri="{FF2B5EF4-FFF2-40B4-BE49-F238E27FC236}">
                <a16:creationId xmlns:a16="http://schemas.microsoft.com/office/drawing/2014/main" id="{0B8A1029-BC1D-487F-94DF-B4356E6FAF9C}"/>
              </a:ext>
            </a:extLst>
          </p:cNvPr>
          <p:cNvSpPr>
            <a:spLocks xmlns:a="http://schemas.openxmlformats.org/drawingml/2006/main" noGrp="1"/>
          </p:cNvSpPr>
          <p:nvPr/>
        </p:nvSpPr>
        <p:spPr>
          <a:xfrm xmlns:a="http://schemas.openxmlformats.org/drawingml/2006/main">
            <a:off x="6429375" y="4448175"/>
            <a:ext cx="504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82C"/>
                </a:solidFill>
                <a:latin typeface="Arial"/>
                <a:ea typeface="Arial"/>
                <a:cs typeface="Arial"/>
              </a:defRPr>
            </a:defPPr>
            <a:lvl1pPr>
              <a:defRPr sz="2025" b="0">
                <a:solidFill>
                  <a:srgbClr val="20382C"/>
                </a:solidFill>
                <a:latin typeface="Arial"/>
                <a:ea typeface="Arial"/>
                <a:cs typeface="Arial"/>
              </a:defRPr>
            </a:lvl1pPr>
            <a:lvl2pPr>
              <a:defRPr sz="2025" b="0">
                <a:solidFill>
                  <a:srgbClr val="20382C"/>
                </a:solidFill>
                <a:latin typeface="Arial"/>
                <a:ea typeface="Arial"/>
                <a:cs typeface="Arial"/>
              </a:defRPr>
            </a:lvl2pPr>
            <a:lvl3pPr>
              <a:defRPr sz="2025" b="0">
                <a:solidFill>
                  <a:srgbClr val="20382C"/>
                </a:solidFill>
                <a:latin typeface="Arial"/>
                <a:ea typeface="Arial"/>
                <a:cs typeface="Arial"/>
              </a:defRPr>
            </a:lvl3pPr>
            <a:lvl4pPr>
              <a:defRPr sz="2025" b="0">
                <a:solidFill>
                  <a:srgbClr val="20382C"/>
                </a:solidFill>
                <a:latin typeface="Arial"/>
                <a:ea typeface="Arial"/>
                <a:cs typeface="Arial"/>
              </a:defRPr>
            </a:lvl4pPr>
            <a:lvl5pPr>
              <a:defRPr sz="2025" b="0">
                <a:solidFill>
                  <a:srgbClr val="20382C"/>
                </a:solidFill>
                <a:latin typeface="Arial"/>
                <a:ea typeface="Arial"/>
                <a:cs typeface="Arial"/>
              </a:defRPr>
            </a:lvl5pPr>
            <a:lvl6pPr>
              <a:defRPr sz="2025" b="0">
                <a:solidFill>
                  <a:srgbClr val="20382C"/>
                </a:solidFill>
                <a:latin typeface="Arial"/>
                <a:ea typeface="Arial"/>
                <a:cs typeface="Arial"/>
              </a:defRPr>
            </a:lvl6pPr>
            <a:lvl7pPr>
              <a:defRPr sz="2025" b="0">
                <a:solidFill>
                  <a:srgbClr val="20382C"/>
                </a:solidFill>
                <a:latin typeface="Arial"/>
                <a:ea typeface="Arial"/>
                <a:cs typeface="Arial"/>
              </a:defRPr>
            </a:lvl7pPr>
            <a:lvl8pPr>
              <a:defRPr sz="2025" b="0">
                <a:solidFill>
                  <a:srgbClr val="20382C"/>
                </a:solidFill>
                <a:latin typeface="Arial"/>
                <a:ea typeface="Arial"/>
                <a:cs typeface="Arial"/>
              </a:defRPr>
            </a:lvl8pPr>
            <a:lvl9pPr>
              <a:defRPr sz="2025" b="0">
                <a:solidFill>
                  <a:srgbClr val="20382C"/>
                </a:solidFill>
                <a:latin typeface="Arial"/>
                <a:ea typeface="Arial"/>
                <a:cs typeface="Arial"/>
              </a:defRPr>
            </a:lvl9pPr>
          </a:lstStyle>
          <a:p xmlns:a="http://schemas.openxmlformats.org/drawingml/2006/main">
            <a:pPr>
              <a:defRPr sz="2025" b="0">
                <a:solidFill>
                  <a:srgbClr val="20382C"/>
                </a:solidFill>
                <a:latin typeface="Arial"/>
                <a:ea typeface="Arial"/>
                <a:cs typeface="Arial"/>
              </a:defRPr>
            </a:pPr>
            <a:r>
              <a:rPr sz="2025" b="0">
                <a:solidFill>
                  <a:srgbClr val="20382C"/>
                </a:solidFill>
                <a:latin typeface="Arial"/>
                <a:ea typeface="Arial"/>
                <a:cs typeface="Arial"/>
              </a:rPr>
              <a:t>Бронь продаётся целиком. Учебная лицензия блокирует печать табличных документов.</a:t>
            </a:r>
          </a:p>
        </p:txBody>
      </p:sp>
    </p:spTree>
    <p:extLst>
      <p:ext uri="{BB962C8B-B14F-4D97-AF65-F5344CB8AC3E}">
        <p14:creationId xmlns:p14="http://schemas.microsoft.com/office/powerpoint/2010/main" val="15875604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2026-10-23T20:56:28.2190000Z</dcterms:created>
  <dcterms:modified xsi:type="dcterms:W3CDTF">2026-10-23T20:56:28.2190000Z</dcterms:modified>
</coreProperties>
</file>